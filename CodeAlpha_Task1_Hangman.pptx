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0" autoAdjust="0"/>
    <p:restoredTop sz="94660"/>
  </p:normalViewPr>
  <p:slideViewPr>
    <p:cSldViewPr snapToGrid="0">
      <p:cViewPr varScale="1">
        <p:scale>
          <a:sx n="77" d="100"/>
          <a:sy n="77" d="100"/>
        </p:scale>
        <p:origin x="76" y="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901DF-D810-523A-C1FC-6B2711F0BC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D735A8-F545-9547-97F9-271E0C4BA5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FF4AE3-8918-E130-6993-3F3177061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C55EA-25FC-46FF-B238-102CDE817BD6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1EEBD0-CF0E-682B-F270-FF443BDBA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58344E-8EEF-21A7-7C42-473E3FFA7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85CC5-EB0A-4E0B-96E5-FF26EDA9DC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03115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6E1FE-F2FF-74DC-F9E9-83AADA90D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267C6-0BF2-763C-0629-21E1E53C7F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5000F9-E41C-731D-BA99-F68657205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C55EA-25FC-46FF-B238-102CDE817BD6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62A226-B11E-DD1F-69E9-D09ED4E95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17FB4D-285A-55B8-8323-D1A8FB66A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85CC5-EB0A-4E0B-96E5-FF26EDA9DC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7771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17789-53B5-07CB-AE87-5573DCB54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A391C8-357D-4C98-D030-C4C012A04B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4ADC31-0772-0B26-6103-DBC8D0DB7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C55EA-25FC-46FF-B238-102CDE817BD6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E1AF3B-C7D2-A781-ED28-7D711E028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27E55-AFDE-D62F-B75E-1DD46397C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85CC5-EB0A-4E0B-96E5-FF26EDA9DC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9981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65C1C-AF8B-CB49-FC56-C309A42D5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C2F2E5-8383-67D1-D95E-B67CFCC9FD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57EC1C-9AF4-1EA4-9D39-383045F997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5B4695-6019-831F-2F0A-400FA1745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C55EA-25FC-46FF-B238-102CDE817BD6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6726D9-9494-7293-2C94-C9334931B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E8261E-0D42-8FB8-AD24-1D6394796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85CC5-EB0A-4E0B-96E5-FF26EDA9DC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0474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2D592-53E7-7CD9-7622-45AE925DB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8A44B8-2ECA-6F15-D404-31C588E2E4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664C81-28FB-8110-18F6-F8F58C9A8D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1664B1-879B-A9B1-6983-9544665E44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220F7F-69A8-DF0F-D8BC-70FD97622D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98C341-170A-0A99-9753-1ABBE8BE5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C55EA-25FC-46FF-B238-102CDE817BD6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2B66E2-96F7-C9F8-01AD-03DD04B02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7F3BAE-BC79-9E13-B600-6B5277F04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85CC5-EB0A-4E0B-96E5-FF26EDA9DC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7459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A0E94-587D-F02C-EA07-BE12CB62D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C1F0CD-ECDE-2622-2447-A3BB456A7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C55EA-25FC-46FF-B238-102CDE817BD6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52A143-A376-F23E-F509-96C8791D1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D5CBB7-A5F5-0F94-3EBA-F72A70D01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85CC5-EB0A-4E0B-96E5-FF26EDA9DC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5432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AC4B0F-0CD3-06E0-6FEC-EEEE8C425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C55EA-25FC-46FF-B238-102CDE817BD6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81B39D-2C2A-925B-F37F-66B0185C1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FF238C-6AA5-B188-936F-315983F5B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85CC5-EB0A-4E0B-96E5-FF26EDA9DC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4241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7D745-BE6A-4C03-6EDA-D83463098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0AC1F4-7855-75B8-222E-0E4086A6B9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31990E-1848-8EC1-087E-1788376420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6B1803-3873-5D10-CF4A-D8DCED90B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C55EA-25FC-46FF-B238-102CDE817BD6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C6F287-593A-5CBF-266A-64B6F27B5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C5727F-62C3-4B64-370F-E34CCE103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85CC5-EB0A-4E0B-96E5-FF26EDA9DC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050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E58C0-C7BE-A779-83D2-4BE0B58F2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6F7AEF-8E5D-D4A3-2CBF-8C4A067160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8BD7E7-4851-456D-0B2B-60F307876D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45056-D6F9-B4A1-F431-C22922FFA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C55EA-25FC-46FF-B238-102CDE817BD6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6E3F30-0E00-7F86-1201-47CFC85CD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2CAA0C-9E34-6558-4D48-5B1488D96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85CC5-EB0A-4E0B-96E5-FF26EDA9DC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1550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D47AB-278D-A46B-0B2A-7143D0E75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139BF6-B131-2B97-D96F-638BC0E826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790822-6585-74DF-51EB-71D5D3E0F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C55EA-25FC-46FF-B238-102CDE817BD6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9172DB-3551-478D-22D4-7CFAF1209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0A0AB6-EEBE-B330-FB4F-E0C81BABD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85CC5-EB0A-4E0B-96E5-FF26EDA9DC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0103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EFEBD8-6883-3906-4D30-A7972DF591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9422A2-A88D-8011-8817-E7D21A7035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39786-23E6-743B-A66C-77B15C58A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C55EA-25FC-46FF-B238-102CDE817BD6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2312A6-38D7-AA41-0302-FD74F4224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462D21-34A9-78B1-37A9-49B142969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85CC5-EB0A-4E0B-96E5-FF26EDA9DC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18584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63037B-7580-F9D6-1442-3B5AB3B2A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5D9CB7-D27F-107A-415F-89714538F5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5570E8-C695-CFF4-3360-71E6AC7A94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EC55EA-25FC-46FF-B238-102CDE817BD6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7E0A14-E078-9F8E-C4A8-4AA231E66D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485955-B2AE-E627-FA83-3D23BA7446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385CC5-EB0A-4E0B-96E5-FF26EDA9DC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3863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065EB-D302-38BD-ED45-A47543364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TASK 1:HANGMAN GAME</a:t>
            </a:r>
            <a:endParaRPr lang="en-IN" b="1" dirty="0">
              <a:solidFill>
                <a:srgbClr val="7030A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633382-9D27-B425-159C-E2E1378AF6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 err="1"/>
              <a:t>CodeAlpha</a:t>
            </a:r>
            <a:r>
              <a:rPr lang="en-IN" b="1" dirty="0"/>
              <a:t> Python Programming Internship</a:t>
            </a:r>
          </a:p>
          <a:p>
            <a:r>
              <a:rPr lang="en-IN" b="1" dirty="0"/>
              <a:t>Technology: Python</a:t>
            </a:r>
          </a:p>
          <a:p>
            <a:r>
              <a:rPr lang="en-IN" b="1" dirty="0"/>
              <a:t>Project Type: Text-Based Game</a:t>
            </a:r>
          </a:p>
        </p:txBody>
      </p:sp>
    </p:spTree>
    <p:extLst>
      <p:ext uri="{BB962C8B-B14F-4D97-AF65-F5344CB8AC3E}">
        <p14:creationId xmlns:p14="http://schemas.microsoft.com/office/powerpoint/2010/main" val="3096087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84B00-9062-F927-2158-5F4513FA4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Objective of the Project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F1FF7B-F057-DB71-9E59-84E47FB0D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56733"/>
            <a:ext cx="10515600" cy="5220230"/>
          </a:xfrm>
        </p:spPr>
        <p:txBody>
          <a:bodyPr/>
          <a:lstStyle/>
          <a:p>
            <a:pPr marL="0" indent="0">
              <a:buNone/>
            </a:pPr>
            <a:endParaRPr lang="en-IN" b="1" dirty="0"/>
          </a:p>
          <a:p>
            <a:pPr lvl="0"/>
            <a:r>
              <a:rPr lang="en-IN" dirty="0"/>
              <a:t>Create a simple text-based Hangman game. </a:t>
            </a:r>
          </a:p>
          <a:p>
            <a:pPr lvl="0"/>
            <a:r>
              <a:rPr lang="en-IN" dirty="0"/>
              <a:t>Use a list of </a:t>
            </a:r>
            <a:r>
              <a:rPr lang="en-IN" b="1" dirty="0"/>
              <a:t>5 predefined words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Allow the player to guess </a:t>
            </a:r>
            <a:r>
              <a:rPr lang="en-IN" b="1" dirty="0"/>
              <a:t>one letter at a time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Give the player a maximum of </a:t>
            </a:r>
            <a:r>
              <a:rPr lang="en-IN" b="1" dirty="0"/>
              <a:t>6 incorrect guesses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Use basic Python input and output.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9811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228E6-A6DE-F026-EF55-24CE09003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Python Concepts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7C810B-8DDD-61F3-9829-26ED3D7073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4600"/>
            <a:ext cx="10515600" cy="399626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IN" b="1" dirty="0"/>
          </a:p>
          <a:p>
            <a:pPr lvl="0"/>
            <a:r>
              <a:rPr lang="en-IN" b="1" dirty="0"/>
              <a:t>Random Module</a:t>
            </a:r>
            <a:r>
              <a:rPr lang="en-IN" dirty="0"/>
              <a:t> – Selects a word randomly. </a:t>
            </a:r>
          </a:p>
          <a:p>
            <a:pPr lvl="0"/>
            <a:r>
              <a:rPr lang="en-IN" b="1" dirty="0"/>
              <a:t>Lists</a:t>
            </a:r>
            <a:r>
              <a:rPr lang="en-IN" dirty="0"/>
              <a:t> – Stores predefined words and guessed letters. </a:t>
            </a:r>
          </a:p>
          <a:p>
            <a:pPr lvl="0"/>
            <a:r>
              <a:rPr lang="en-IN" b="1" dirty="0"/>
              <a:t>Strings</a:t>
            </a:r>
            <a:r>
              <a:rPr lang="en-IN" dirty="0"/>
              <a:t> – Stores and displays the selected word. </a:t>
            </a:r>
          </a:p>
          <a:p>
            <a:pPr lvl="0"/>
            <a:r>
              <a:rPr lang="en-IN" b="1" dirty="0"/>
              <a:t>While Loop</a:t>
            </a:r>
            <a:r>
              <a:rPr lang="en-IN" dirty="0"/>
              <a:t> – Keeps the game running. </a:t>
            </a:r>
          </a:p>
          <a:p>
            <a:pPr lvl="0"/>
            <a:r>
              <a:rPr lang="en-IN" b="1" dirty="0"/>
              <a:t>For Loop</a:t>
            </a:r>
            <a:r>
              <a:rPr lang="en-IN" dirty="0"/>
              <a:t> – Checks each letter of the word. </a:t>
            </a:r>
          </a:p>
          <a:p>
            <a:pPr lvl="0"/>
            <a:r>
              <a:rPr lang="en-IN" b="1" dirty="0"/>
              <a:t>If-Else</a:t>
            </a:r>
            <a:r>
              <a:rPr lang="en-IN" dirty="0"/>
              <a:t> – Checks whether the guessed letter is correct. </a:t>
            </a:r>
          </a:p>
          <a:p>
            <a:pPr lvl="0"/>
            <a:r>
              <a:rPr lang="en-IN" b="1" dirty="0"/>
              <a:t>Input/Output</a:t>
            </a:r>
            <a:r>
              <a:rPr lang="en-IN" dirty="0"/>
              <a:t> – Takes guesses and displays the result.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03281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93788-744B-D617-DE4A-86AC67012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How the Game Works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8425C0-59EF-F8EC-7247-903483E28E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04334"/>
            <a:ext cx="10515600" cy="537263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b="1" dirty="0"/>
          </a:p>
          <a:p>
            <a:pPr lvl="0"/>
            <a:r>
              <a:rPr lang="en-IN" dirty="0"/>
              <a:t>Create a list of 5 predefined words. </a:t>
            </a:r>
          </a:p>
          <a:p>
            <a:pPr lvl="0"/>
            <a:r>
              <a:rPr lang="en-IN" dirty="0"/>
              <a:t>Select one word randomly. </a:t>
            </a:r>
          </a:p>
          <a:p>
            <a:pPr lvl="0"/>
            <a:r>
              <a:rPr lang="en-IN" dirty="0"/>
              <a:t>Hide the letters using underscores _. </a:t>
            </a:r>
          </a:p>
          <a:p>
            <a:pPr lvl="0"/>
            <a:r>
              <a:rPr lang="en-IN" dirty="0"/>
              <a:t>Ask the player to enter one letter. </a:t>
            </a:r>
          </a:p>
          <a:p>
            <a:pPr lvl="0"/>
            <a:r>
              <a:rPr lang="en-IN" dirty="0"/>
              <a:t>If the letter is correct, reveal it. </a:t>
            </a:r>
          </a:p>
          <a:p>
            <a:pPr lvl="0"/>
            <a:r>
              <a:rPr lang="en-IN" dirty="0"/>
              <a:t>If the letter is wrong, reduce the remaining chances. </a:t>
            </a:r>
          </a:p>
          <a:p>
            <a:pPr lvl="0"/>
            <a:r>
              <a:rPr lang="en-IN" dirty="0"/>
              <a:t>The game ends when: </a:t>
            </a:r>
          </a:p>
          <a:p>
            <a:pPr lvl="1"/>
            <a:r>
              <a:rPr lang="en-IN" dirty="0"/>
              <a:t>The complete word is guessed, </a:t>
            </a:r>
            <a:r>
              <a:rPr lang="en-IN" b="1" dirty="0"/>
              <a:t>or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The player makes 6 incorrect guesses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42822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5AA89-369B-484F-5325-72AB23DED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379" y="-558265"/>
            <a:ext cx="11209421" cy="2248954"/>
          </a:xfrm>
        </p:spPr>
        <p:txBody>
          <a:bodyPr/>
          <a:lstStyle/>
          <a:p>
            <a:r>
              <a:rPr lang="en-US" b="1" dirty="0"/>
              <a:t>Python Code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083000-40B6-F095-28F8-901B688136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435" y="827773"/>
            <a:ext cx="10515600" cy="6030227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8000" dirty="0"/>
              <a:t>import random</a:t>
            </a:r>
          </a:p>
          <a:p>
            <a:endParaRPr lang="en-US" sz="8000" dirty="0"/>
          </a:p>
          <a:p>
            <a:pPr marL="0" indent="0">
              <a:buNone/>
            </a:pPr>
            <a:r>
              <a:rPr lang="en-US" sz="8000" dirty="0"/>
              <a:t>words = ["python", "computer", "coding",</a:t>
            </a:r>
          </a:p>
          <a:p>
            <a:pPr marL="0" indent="0">
              <a:buNone/>
            </a:pPr>
            <a:r>
              <a:rPr lang="en-US" sz="8000" dirty="0"/>
              <a:t>         "program", "developer"]</a:t>
            </a:r>
          </a:p>
          <a:p>
            <a:endParaRPr lang="en-US" sz="8000" dirty="0"/>
          </a:p>
          <a:p>
            <a:pPr marL="0" indent="0">
              <a:buNone/>
            </a:pPr>
            <a:r>
              <a:rPr lang="en-US" sz="8000" dirty="0"/>
              <a:t>word = </a:t>
            </a:r>
            <a:r>
              <a:rPr lang="en-US" sz="8000" dirty="0" err="1"/>
              <a:t>random.choice</a:t>
            </a:r>
            <a:r>
              <a:rPr lang="en-US" sz="8000" dirty="0"/>
              <a:t>(words)</a:t>
            </a:r>
          </a:p>
          <a:p>
            <a:endParaRPr lang="en-US" sz="8000" dirty="0"/>
          </a:p>
          <a:p>
            <a:pPr marL="0" indent="0">
              <a:buNone/>
            </a:pPr>
            <a:r>
              <a:rPr lang="en-US" sz="8000" dirty="0" err="1"/>
              <a:t>guessed_letters</a:t>
            </a:r>
            <a:r>
              <a:rPr lang="en-US" sz="8000" dirty="0"/>
              <a:t> = []</a:t>
            </a:r>
          </a:p>
          <a:p>
            <a:pPr marL="0" indent="0">
              <a:buNone/>
            </a:pPr>
            <a:r>
              <a:rPr lang="en-US" sz="8000" dirty="0" err="1"/>
              <a:t>wrong_guesses</a:t>
            </a:r>
            <a:r>
              <a:rPr lang="en-US" sz="8000" dirty="0"/>
              <a:t> = 0</a:t>
            </a:r>
          </a:p>
          <a:p>
            <a:pPr marL="0" indent="0">
              <a:buNone/>
            </a:pPr>
            <a:r>
              <a:rPr lang="en-US" sz="8000" dirty="0" err="1"/>
              <a:t>max_wrong_guesses</a:t>
            </a:r>
            <a:r>
              <a:rPr lang="en-US" sz="8000" dirty="0"/>
              <a:t> = 6</a:t>
            </a:r>
          </a:p>
          <a:p>
            <a:endParaRPr lang="en-US" sz="8000" dirty="0"/>
          </a:p>
          <a:p>
            <a:pPr marL="0" indent="0">
              <a:buNone/>
            </a:pPr>
            <a:r>
              <a:rPr lang="en-US" sz="8000" dirty="0"/>
              <a:t>while </a:t>
            </a:r>
            <a:r>
              <a:rPr lang="en-US" sz="8000" dirty="0" err="1"/>
              <a:t>wrong_guesses</a:t>
            </a:r>
            <a:r>
              <a:rPr lang="en-US" sz="8000" dirty="0"/>
              <a:t> &lt; </a:t>
            </a:r>
            <a:r>
              <a:rPr lang="en-US" sz="8000" dirty="0" err="1"/>
              <a:t>max_wrong_guesses</a:t>
            </a:r>
            <a:r>
              <a:rPr lang="en-US" sz="8000" dirty="0"/>
              <a:t>:</a:t>
            </a:r>
          </a:p>
          <a:p>
            <a:endParaRPr lang="en-US" sz="8000" dirty="0"/>
          </a:p>
          <a:p>
            <a:pPr marL="0" indent="0">
              <a:buNone/>
            </a:pPr>
            <a:r>
              <a:rPr lang="en-US" sz="8000" dirty="0"/>
              <a:t>    display = ""</a:t>
            </a:r>
          </a:p>
          <a:p>
            <a:endParaRPr lang="en-US" sz="8000" dirty="0"/>
          </a:p>
          <a:p>
            <a:pPr marL="0" indent="0">
              <a:buNone/>
            </a:pPr>
            <a:r>
              <a:rPr lang="en-US" sz="8000" dirty="0"/>
              <a:t>    for letter in word:</a:t>
            </a:r>
          </a:p>
          <a:p>
            <a:pPr marL="0" indent="0">
              <a:buNone/>
            </a:pPr>
            <a:r>
              <a:rPr lang="en-US" sz="8000" dirty="0"/>
              <a:t>        if letter in </a:t>
            </a:r>
            <a:r>
              <a:rPr lang="en-US" sz="8000" dirty="0" err="1"/>
              <a:t>guessed_letters</a:t>
            </a:r>
            <a:r>
              <a:rPr lang="en-US" sz="8000" dirty="0"/>
              <a:t>:</a:t>
            </a:r>
          </a:p>
          <a:p>
            <a:pPr marL="0" indent="0">
              <a:buNone/>
            </a:pPr>
            <a:r>
              <a:rPr lang="en-US" sz="8000" dirty="0"/>
              <a:t>            display += letter + " "</a:t>
            </a:r>
          </a:p>
          <a:p>
            <a:pPr marL="0" indent="0">
              <a:buNone/>
            </a:pPr>
            <a:r>
              <a:rPr lang="en-US" sz="8000" dirty="0"/>
              <a:t>       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549259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328F5-6021-7D65-F4B9-841F62711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88379" y="365125"/>
            <a:ext cx="2065421" cy="1325563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D5EED8-9798-2B3B-5041-8541911AAD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9882"/>
            <a:ext cx="10515600" cy="6525929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IN" sz="6400" dirty="0"/>
              <a:t>else:</a:t>
            </a:r>
          </a:p>
          <a:p>
            <a:pPr marL="0" indent="0">
              <a:buNone/>
            </a:pPr>
            <a:r>
              <a:rPr lang="en-IN" sz="6400" dirty="0"/>
              <a:t>            display += "_ "</a:t>
            </a:r>
          </a:p>
          <a:p>
            <a:pPr marL="0" indent="0">
              <a:buNone/>
            </a:pPr>
            <a:endParaRPr lang="en-IN" sz="6400" dirty="0"/>
          </a:p>
          <a:p>
            <a:pPr marL="0" indent="0">
              <a:buNone/>
            </a:pPr>
            <a:r>
              <a:rPr lang="en-IN" sz="6400" dirty="0"/>
              <a:t>    print("Word:", display)</a:t>
            </a:r>
          </a:p>
          <a:p>
            <a:endParaRPr lang="en-IN" sz="6400" dirty="0"/>
          </a:p>
          <a:p>
            <a:pPr marL="0" indent="0">
              <a:buNone/>
            </a:pPr>
            <a:r>
              <a:rPr lang="en-IN" sz="6400" dirty="0"/>
              <a:t>    if all(letter in </a:t>
            </a:r>
            <a:r>
              <a:rPr lang="en-IN" sz="6400" dirty="0" err="1"/>
              <a:t>guessed_letters</a:t>
            </a:r>
            <a:r>
              <a:rPr lang="en-IN" sz="6400" dirty="0"/>
              <a:t> for letter in word):</a:t>
            </a:r>
          </a:p>
          <a:p>
            <a:pPr marL="0" indent="0">
              <a:buNone/>
            </a:pPr>
            <a:r>
              <a:rPr lang="en-IN" sz="6400" dirty="0"/>
              <a:t>        print("Congratulations! You guessed:", word)</a:t>
            </a:r>
          </a:p>
          <a:p>
            <a:pPr marL="0" indent="0">
              <a:buNone/>
            </a:pPr>
            <a:r>
              <a:rPr lang="en-IN" sz="6400" dirty="0"/>
              <a:t>        break</a:t>
            </a:r>
          </a:p>
          <a:p>
            <a:endParaRPr lang="en-IN" sz="6400" dirty="0"/>
          </a:p>
          <a:p>
            <a:pPr marL="0" indent="0">
              <a:buNone/>
            </a:pPr>
            <a:r>
              <a:rPr lang="en-IN" sz="6400" dirty="0"/>
              <a:t>    guess = input("Enter a letter: ").lower()</a:t>
            </a:r>
          </a:p>
          <a:p>
            <a:endParaRPr lang="en-IN" sz="6400" dirty="0"/>
          </a:p>
          <a:p>
            <a:pPr marL="0" indent="0">
              <a:buNone/>
            </a:pPr>
            <a:r>
              <a:rPr lang="en-IN" sz="6400" dirty="0"/>
              <a:t>    if </a:t>
            </a:r>
            <a:r>
              <a:rPr lang="en-IN" sz="6400" dirty="0" err="1"/>
              <a:t>len</a:t>
            </a:r>
            <a:r>
              <a:rPr lang="en-IN" sz="6400" dirty="0"/>
              <a:t>(guess) != 1 or not </a:t>
            </a:r>
            <a:r>
              <a:rPr lang="en-IN" sz="6400" dirty="0" err="1"/>
              <a:t>guess.isalpha</a:t>
            </a:r>
            <a:r>
              <a:rPr lang="en-IN" sz="6400" dirty="0"/>
              <a:t>():</a:t>
            </a:r>
          </a:p>
          <a:p>
            <a:pPr marL="0" indent="0">
              <a:buNone/>
            </a:pPr>
            <a:r>
              <a:rPr lang="en-IN" sz="6400" dirty="0"/>
              <a:t>        print("Please enter only one letter.")</a:t>
            </a:r>
          </a:p>
          <a:p>
            <a:pPr marL="0" indent="0">
              <a:buNone/>
            </a:pPr>
            <a:r>
              <a:rPr lang="en-IN" sz="6400" dirty="0"/>
              <a:t>        continue</a:t>
            </a:r>
          </a:p>
          <a:p>
            <a:pPr marL="0" indent="0">
              <a:buNone/>
            </a:pPr>
            <a:endParaRPr lang="en-IN" sz="6400" dirty="0"/>
          </a:p>
          <a:p>
            <a:pPr marL="0" indent="0">
              <a:buNone/>
            </a:pPr>
            <a:r>
              <a:rPr lang="en-IN" sz="6400" dirty="0"/>
              <a:t>    if guess in </a:t>
            </a:r>
            <a:r>
              <a:rPr lang="en-IN" sz="6400" dirty="0" err="1"/>
              <a:t>guessed_letters</a:t>
            </a:r>
            <a:r>
              <a:rPr lang="en-IN" sz="6400" dirty="0"/>
              <a:t>:</a:t>
            </a:r>
          </a:p>
          <a:p>
            <a:pPr marL="0" indent="0">
              <a:buNone/>
            </a:pPr>
            <a:r>
              <a:rPr lang="en-IN" sz="6400" dirty="0"/>
              <a:t>        print("You already guessed this letter.")</a:t>
            </a:r>
          </a:p>
          <a:p>
            <a:pPr marL="0" indent="0">
              <a:buNone/>
            </a:pPr>
            <a:r>
              <a:rPr lang="en-IN" sz="6400" dirty="0"/>
              <a:t>        continue</a:t>
            </a:r>
          </a:p>
          <a:p>
            <a:endParaRPr lang="en-IN" sz="6400" dirty="0"/>
          </a:p>
          <a:p>
            <a:pPr marL="0" indent="0">
              <a:buNone/>
            </a:pPr>
            <a:r>
              <a:rPr lang="en-IN" sz="6400" dirty="0"/>
              <a:t>    </a:t>
            </a:r>
            <a:r>
              <a:rPr lang="en-IN" sz="6400" dirty="0" err="1"/>
              <a:t>guessed_letters.append</a:t>
            </a:r>
            <a:r>
              <a:rPr lang="en-IN" sz="6400" dirty="0"/>
              <a:t>(guess)</a:t>
            </a:r>
          </a:p>
          <a:p>
            <a:endParaRPr lang="en-IN" sz="6400" dirty="0"/>
          </a:p>
          <a:p>
            <a:pPr marL="0" indent="0">
              <a:buNone/>
            </a:pPr>
            <a:r>
              <a:rPr lang="en-IN" sz="6400" dirty="0"/>
              <a:t>    if guess in word:</a:t>
            </a:r>
          </a:p>
          <a:p>
            <a:pPr marL="0" indent="0">
              <a:buNone/>
            </a:pPr>
            <a:r>
              <a:rPr lang="en-IN" sz="6400" dirty="0"/>
              <a:t>       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833155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BB911-E458-5F4E-5D63-6384E2215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4867" y="355500"/>
            <a:ext cx="2107933" cy="1325563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195E75-7C2C-41EE-BEAD-FA9CD6A87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0"/>
            <a:ext cx="10515600" cy="61769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print("Correct guess!")</a:t>
            </a:r>
          </a:p>
          <a:p>
            <a:pPr marL="0" indent="0">
              <a:buNone/>
            </a:pPr>
            <a:r>
              <a:rPr lang="en-IN" dirty="0"/>
              <a:t>    else: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wrong_guesses</a:t>
            </a:r>
            <a:r>
              <a:rPr lang="en-IN" dirty="0"/>
              <a:t> += 1</a:t>
            </a:r>
          </a:p>
          <a:p>
            <a:pPr marL="0" indent="0">
              <a:buNone/>
            </a:pPr>
            <a:r>
              <a:rPr lang="en-IN" dirty="0"/>
              <a:t>        print("Wrong guess!")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else:</a:t>
            </a:r>
          </a:p>
          <a:p>
            <a:pPr marL="0" indent="0">
              <a:buNone/>
            </a:pPr>
            <a:r>
              <a:rPr lang="en-IN" dirty="0"/>
              <a:t>    print("Game Over!")</a:t>
            </a:r>
          </a:p>
          <a:p>
            <a:pPr marL="0" indent="0">
              <a:buNone/>
            </a:pPr>
            <a:r>
              <a:rPr lang="en-IN" dirty="0"/>
              <a:t>    print("The correct word was:", word)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57484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85E05-0BE3-219A-0FDB-E523E8BE6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941" y="124494"/>
            <a:ext cx="10515600" cy="1325563"/>
          </a:xfrm>
        </p:spPr>
        <p:txBody>
          <a:bodyPr/>
          <a:lstStyle/>
          <a:p>
            <a:r>
              <a:rPr lang="en-US" b="1" dirty="0"/>
              <a:t>Sample input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29E4AE-47BC-1CC1-846B-091455A743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45406"/>
            <a:ext cx="10515600" cy="5031557"/>
          </a:xfrm>
        </p:spPr>
        <p:txBody>
          <a:bodyPr/>
          <a:lstStyle/>
          <a:p>
            <a:pPr marL="0" indent="0">
              <a:buNone/>
            </a:pPr>
            <a:endParaRPr lang="en-IN" b="1" dirty="0"/>
          </a:p>
          <a:p>
            <a:r>
              <a:rPr lang="en-IN" dirty="0"/>
              <a:t>Enter a letter: p</a:t>
            </a:r>
          </a:p>
          <a:p>
            <a:r>
              <a:rPr lang="en-IN" dirty="0"/>
              <a:t>Enter a letter: y</a:t>
            </a:r>
          </a:p>
          <a:p>
            <a:r>
              <a:rPr lang="en-IN" dirty="0"/>
              <a:t>Enter a letter: t</a:t>
            </a:r>
          </a:p>
          <a:p>
            <a:r>
              <a:rPr lang="en-IN" dirty="0"/>
              <a:t>Enter a letter: h</a:t>
            </a:r>
          </a:p>
          <a:p>
            <a:r>
              <a:rPr lang="en-IN" dirty="0"/>
              <a:t>Enter a letter: o</a:t>
            </a:r>
          </a:p>
          <a:p>
            <a:r>
              <a:rPr lang="en-IN" dirty="0"/>
              <a:t>Enter a letter: 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383015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FD6FD-55E1-E796-9424-CC9236297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702643"/>
            <a:ext cx="10515600" cy="2393332"/>
          </a:xfrm>
        </p:spPr>
        <p:txBody>
          <a:bodyPr/>
          <a:lstStyle/>
          <a:p>
            <a:r>
              <a:rPr lang="en-US" b="1" dirty="0"/>
              <a:t>Sample output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7C08B9-C69C-43C2-B6F6-D8A1085535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12268"/>
            <a:ext cx="10515600" cy="6145731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sz="4900" dirty="0"/>
              <a:t>Word: _ _ _ _ _ _</a:t>
            </a:r>
          </a:p>
          <a:p>
            <a:pPr marL="0" indent="0">
              <a:buNone/>
            </a:pPr>
            <a:r>
              <a:rPr lang="en-IN" sz="4900" dirty="0"/>
              <a:t>Correct guess!</a:t>
            </a:r>
          </a:p>
          <a:p>
            <a:endParaRPr lang="en-IN" sz="4900" dirty="0"/>
          </a:p>
          <a:p>
            <a:pPr marL="0" indent="0">
              <a:buNone/>
            </a:pPr>
            <a:r>
              <a:rPr lang="en-IN" sz="4900" dirty="0"/>
              <a:t>Word: p _ _ _ _ _</a:t>
            </a:r>
          </a:p>
          <a:p>
            <a:pPr marL="0" indent="0">
              <a:buNone/>
            </a:pPr>
            <a:r>
              <a:rPr lang="en-IN" sz="4900" dirty="0"/>
              <a:t>Correct guess!</a:t>
            </a:r>
          </a:p>
          <a:p>
            <a:endParaRPr lang="en-IN" sz="4900" dirty="0"/>
          </a:p>
          <a:p>
            <a:pPr marL="0" indent="0">
              <a:buNone/>
            </a:pPr>
            <a:r>
              <a:rPr lang="en-IN" sz="4900" dirty="0"/>
              <a:t>Word: p y _ _ _ _</a:t>
            </a:r>
          </a:p>
          <a:p>
            <a:pPr marL="0" indent="0">
              <a:buNone/>
            </a:pPr>
            <a:r>
              <a:rPr lang="en-IN" sz="4900" dirty="0"/>
              <a:t>Correct guess!</a:t>
            </a:r>
          </a:p>
          <a:p>
            <a:endParaRPr lang="en-IN" sz="4900" dirty="0"/>
          </a:p>
          <a:p>
            <a:pPr marL="0" indent="0">
              <a:buNone/>
            </a:pPr>
            <a:r>
              <a:rPr lang="en-IN" sz="4900" dirty="0"/>
              <a:t>Word: p y t _ _ _</a:t>
            </a:r>
          </a:p>
          <a:p>
            <a:pPr marL="0" indent="0">
              <a:buNone/>
            </a:pPr>
            <a:r>
              <a:rPr lang="en-IN" sz="4900" dirty="0"/>
              <a:t>Correct guess!</a:t>
            </a:r>
          </a:p>
          <a:p>
            <a:endParaRPr lang="en-IN" sz="4900" dirty="0"/>
          </a:p>
          <a:p>
            <a:pPr marL="0" indent="0">
              <a:buNone/>
            </a:pPr>
            <a:r>
              <a:rPr lang="en-IN" sz="4900" dirty="0"/>
              <a:t>Word: p y t h _ _</a:t>
            </a:r>
          </a:p>
          <a:p>
            <a:pPr marL="0" indent="0">
              <a:buNone/>
            </a:pPr>
            <a:r>
              <a:rPr lang="en-IN" sz="4900" dirty="0"/>
              <a:t>Correct guess!</a:t>
            </a:r>
          </a:p>
          <a:p>
            <a:endParaRPr lang="en-IN" sz="4900" dirty="0"/>
          </a:p>
          <a:p>
            <a:pPr marL="0" indent="0">
              <a:buNone/>
            </a:pPr>
            <a:r>
              <a:rPr lang="en-IN" sz="4900" dirty="0"/>
              <a:t>Word: p y t h o _</a:t>
            </a:r>
          </a:p>
          <a:p>
            <a:pPr marL="0" indent="0">
              <a:buNone/>
            </a:pPr>
            <a:r>
              <a:rPr lang="en-IN" sz="4900" dirty="0"/>
              <a:t>Correct guess!</a:t>
            </a:r>
          </a:p>
          <a:p>
            <a:endParaRPr lang="en-IN" sz="4900" dirty="0"/>
          </a:p>
          <a:p>
            <a:pPr marL="0" indent="0">
              <a:buNone/>
            </a:pPr>
            <a:r>
              <a:rPr lang="en-IN" sz="4900" dirty="0"/>
              <a:t>Word: p y t h o n</a:t>
            </a:r>
          </a:p>
          <a:p>
            <a:pPr marL="0" indent="0">
              <a:buNone/>
            </a:pPr>
            <a:r>
              <a:rPr lang="en-IN" sz="4900" dirty="0"/>
              <a:t>Congratulations! You guessed: python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62885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D0221-6976-0C2E-F57D-A19A6E55D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529389"/>
            <a:ext cx="7247021" cy="2220077"/>
          </a:xfrm>
        </p:spPr>
        <p:txBody>
          <a:bodyPr/>
          <a:lstStyle/>
          <a:p>
            <a:r>
              <a:rPr lang="en-US" b="1" dirty="0"/>
              <a:t>Conclusion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488031-14ED-0E5E-53C9-9E40ECF3F4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83394"/>
            <a:ext cx="10515600" cy="5493569"/>
          </a:xfrm>
        </p:spPr>
        <p:txBody>
          <a:bodyPr/>
          <a:lstStyle/>
          <a:p>
            <a:pPr marL="0" indent="0">
              <a:buNone/>
            </a:pPr>
            <a:endParaRPr lang="en-IN" b="1" dirty="0"/>
          </a:p>
          <a:p>
            <a:pPr lvl="0"/>
            <a:r>
              <a:rPr lang="en-IN" dirty="0"/>
              <a:t>The Hangman game was successfully developed using Python. </a:t>
            </a:r>
          </a:p>
          <a:p>
            <a:pPr lvl="0"/>
            <a:r>
              <a:rPr lang="en-IN" dirty="0"/>
              <a:t>The program randomly selects a word from 5 predefined words. </a:t>
            </a:r>
          </a:p>
          <a:p>
            <a:pPr lvl="0"/>
            <a:r>
              <a:rPr lang="en-IN" dirty="0"/>
              <a:t>The player gets a maximum of 6 incorrect guesses. </a:t>
            </a:r>
          </a:p>
          <a:p>
            <a:pPr lvl="0"/>
            <a:r>
              <a:rPr lang="en-IN" dirty="0"/>
              <a:t>The project demonstrates </a:t>
            </a:r>
            <a:r>
              <a:rPr lang="en-IN" b="1" dirty="0"/>
              <a:t>lists, strings, loops, conditions, random module, and input/output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It is a simple and interactive beginner-level Python project.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84075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612</Words>
  <Application>Microsoft Office PowerPoint</Application>
  <PresentationFormat>Widescreen</PresentationFormat>
  <Paragraphs>120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TASK 1:HANGMAN GAME</vt:lpstr>
      <vt:lpstr>Objective of the Project </vt:lpstr>
      <vt:lpstr>Python Concepts </vt:lpstr>
      <vt:lpstr>How the Game Works </vt:lpstr>
      <vt:lpstr>Python Code</vt:lpstr>
      <vt:lpstr>PowerPoint Presentation</vt:lpstr>
      <vt:lpstr>PowerPoint Presentation</vt:lpstr>
      <vt:lpstr>Sample input</vt:lpstr>
      <vt:lpstr>Sample output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nikitaaher85@gmail.com</dc:creator>
  <cp:lastModifiedBy>nikitaaher85@gmail.com</cp:lastModifiedBy>
  <cp:revision>1</cp:revision>
  <dcterms:created xsi:type="dcterms:W3CDTF">2026-09-06T09:04:58Z</dcterms:created>
  <dcterms:modified xsi:type="dcterms:W3CDTF">2026-09-06T11:50:41Z</dcterms:modified>
</cp:coreProperties>
</file>