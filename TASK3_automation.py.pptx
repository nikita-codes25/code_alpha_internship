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CEE6-D77F-8D61-BBC0-2F0EB3586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A5620-D78E-CE4E-EBB9-0FBB3F843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0AABC-B840-2818-63AF-A5A5539A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B19FC-7E2A-CC06-ED02-2B119DF8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B3952-82FC-EC75-67DB-5F589DBB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82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7960-4495-4321-1535-B39061C2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3A372-12C2-4EA6-56CA-1558174F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363D6-FF0C-F818-ADEA-20DF01B7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761EA-7085-C48D-26F5-A1920A5D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5EC06-6548-31E3-14E3-437EBD14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1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5BEC5-7A03-C1BA-345B-0DC35DA7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DD04D-217C-DD15-3F7B-E8A9DDD8B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63081-B76B-2DB0-67DE-A5BCA3D2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B38F3-2063-4A6B-0F29-AEB59AD0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7695E-DE71-83E3-4B2B-3E9A7DFF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755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FD05-0EA4-DDFE-DDEA-71947ACA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F95E3-58B5-73F3-91C1-07B8744EB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9A913-0E84-0F73-CE05-CB41D1FEC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6A212-9BB1-A6EB-BDC5-194A3A8E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D647E-24EC-7043-9920-586ED1E9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EAF30-55BF-C0DA-C86D-8C110C77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6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BA2F-B74C-7BC9-309B-4D645C00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E7FBB-19BD-089A-C3E3-89953DFF7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8C1B2-FE4B-C248-7A4D-C54BB759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0173A-E8A8-5028-0B92-D43D6D30A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2A4CBD-EC22-9706-FA4E-91C258ED4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0D287D-FD6A-2BDD-F3B0-8EB91E9E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AF2A6-DE44-C981-CA26-B08B06266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A4B75-8686-0E2C-9CF0-CB51C950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91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1559-D970-B1EE-F9C2-465E50A3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EDD6E-E198-71E2-9F4E-754F0DC9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E502B-1A61-0C66-8269-670191FE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2DAA3-0C5E-B7BD-3C89-8E2A7D57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60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A458D-CFB4-BD21-4A20-CB7189E51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98F8F-28BB-D01C-4FDB-26DA9BEA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EA919-2D6C-6A19-8021-E50E78FF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31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C8D4-63C3-C5C4-5AA1-A92C818C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9EEE4-C140-6160-E5AC-F19C3EA7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BE38E-847A-15D1-5C03-E3B7FC9E5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CD4F1-EBAE-3209-1754-AB2A8013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E929F-57BD-47AF-12E0-9E999C3B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57C90-F1F2-79DD-2D79-7F90403C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69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27B4-A618-3009-F95E-EC4F1039D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727FB-C6A3-9096-AC44-361721A0E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461CD-AA80-323B-F7D5-C8330B898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1FC42-E0E7-4E94-5590-6F706595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E08D3-3902-12DB-83D6-A09BAA38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441DC-6520-A260-1F11-E906A739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409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4459-0236-2439-C3A5-655954D6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88834-5057-F581-1EB4-EC1336B4F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D399E-63B8-33DF-7584-81CBDDA0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12D7E-1131-A27D-FD1D-94C49B0EF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B9BBC-32E8-A603-24D4-A8F2DC05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400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CD8C2-4A2C-6D57-199E-417E6DC08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FD9D4-63FC-E1A7-D25A-969E2E9C1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C3FDB-5CE2-16D7-D783-C12F6659B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9FDB4-1772-38DE-3BC8-185BF5F2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7B80A-E07D-FCFD-4F5A-B485DDA4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88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07C855-FFA2-8FD7-9B00-E351D22E0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AEAAE-EB1F-DB54-FEDF-A34817F22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7E1C5-3767-619F-60C0-2E2FC1ED9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04074-FC13-4451-B708-B8D97BA4E6D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4408-8950-E379-2E77-DEB22058E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2139D-B1D7-7067-A6D9-DD789C878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4068A-E026-4566-82D9-75F76F375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41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D956D-DE1D-4393-3316-25FFF0F80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663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TASK 3: TASK AUTOMATION WITH PYTHON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BEF38-519E-0242-551C-6E7664611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467" y="2327565"/>
            <a:ext cx="9643533" cy="3184236"/>
          </a:xfrm>
        </p:spPr>
        <p:txBody>
          <a:bodyPr>
            <a:normAutofit/>
          </a:bodyPr>
          <a:lstStyle/>
          <a:p>
            <a:pPr algn="l"/>
            <a:endParaRPr lang="en-IN" sz="3600" dirty="0"/>
          </a:p>
          <a:p>
            <a:pPr algn="l"/>
            <a:r>
              <a:rPr lang="en-IN" sz="3600" b="1" dirty="0" err="1"/>
              <a:t>CodeAlpha</a:t>
            </a:r>
            <a:r>
              <a:rPr lang="en-IN" sz="3600" b="1" dirty="0"/>
              <a:t> Python Programming Internship</a:t>
            </a:r>
            <a:endParaRPr lang="en-IN" sz="3600" dirty="0"/>
          </a:p>
          <a:p>
            <a:pPr algn="l"/>
            <a:r>
              <a:rPr lang="en-IN" sz="3600" b="1" dirty="0"/>
              <a:t>Technology:</a:t>
            </a:r>
            <a:r>
              <a:rPr lang="en-IN" sz="3600" dirty="0"/>
              <a:t> Python</a:t>
            </a:r>
          </a:p>
          <a:p>
            <a:pPr algn="l"/>
            <a:r>
              <a:rPr lang="en-IN" sz="3600" b="1" dirty="0"/>
              <a:t>Project Type:</a:t>
            </a:r>
            <a:r>
              <a:rPr lang="en-IN" sz="3600" dirty="0"/>
              <a:t> File 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05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F0E9-83A8-A94C-B5A6-489CAEDB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 of the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E9E1A-6F06-7F23-D9F7-DAC6CA5F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225"/>
            <a:ext cx="10515600" cy="4788738"/>
          </a:xfrm>
        </p:spPr>
        <p:txBody>
          <a:bodyPr/>
          <a:lstStyle/>
          <a:p>
            <a:r>
              <a:rPr lang="en-IN" b="1" dirty="0"/>
              <a:t>Objective of the Project</a:t>
            </a:r>
          </a:p>
          <a:p>
            <a:pPr lvl="0"/>
            <a:r>
              <a:rPr lang="en-IN" dirty="0"/>
              <a:t>Automate a file-management task using Python. </a:t>
            </a:r>
          </a:p>
          <a:p>
            <a:pPr lvl="0"/>
            <a:r>
              <a:rPr lang="en-IN" dirty="0"/>
              <a:t>Find all </a:t>
            </a:r>
            <a:r>
              <a:rPr lang="en-IN" b="1" dirty="0"/>
              <a:t>.jpg image files</a:t>
            </a:r>
            <a:r>
              <a:rPr lang="en-IN" dirty="0"/>
              <a:t> from a source folder. </a:t>
            </a:r>
          </a:p>
          <a:p>
            <a:pPr lvl="0"/>
            <a:r>
              <a:rPr lang="en-IN" dirty="0"/>
              <a:t>Create a new folder automatically. </a:t>
            </a:r>
          </a:p>
          <a:p>
            <a:pPr lvl="0"/>
            <a:r>
              <a:rPr lang="en-IN" dirty="0"/>
              <a:t>Move the JPG files into the new folder. </a:t>
            </a:r>
          </a:p>
          <a:p>
            <a:pPr lvl="0"/>
            <a:r>
              <a:rPr lang="en-IN" dirty="0"/>
              <a:t>Reduce manual file-management work.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389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D5DC-3C45-B8D4-605A-01A12EFD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Concepts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22CBD-0C52-E946-B9C8-7C5DCAB4C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635000"/>
            <a:ext cx="11074400" cy="5541963"/>
          </a:xfrm>
        </p:spPr>
        <p:txBody>
          <a:bodyPr/>
          <a:lstStyle/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lvl="0"/>
            <a:r>
              <a:rPr lang="en-IN" sz="3200" b="1" dirty="0"/>
              <a:t>OS Module</a:t>
            </a:r>
            <a:r>
              <a:rPr lang="en-IN" sz="3200" dirty="0"/>
              <a:t> – Works with folders and files. </a:t>
            </a:r>
          </a:p>
          <a:p>
            <a:pPr lvl="0"/>
            <a:r>
              <a:rPr lang="en-IN" sz="3200" b="1" dirty="0" err="1"/>
              <a:t>Shutil</a:t>
            </a:r>
            <a:r>
              <a:rPr lang="en-IN" sz="3200" b="1" dirty="0"/>
              <a:t> Module</a:t>
            </a:r>
            <a:r>
              <a:rPr lang="en-IN" sz="3200" dirty="0"/>
              <a:t> – Moves files from one location to another. </a:t>
            </a:r>
          </a:p>
          <a:p>
            <a:pPr lvl="0"/>
            <a:r>
              <a:rPr lang="en-IN" sz="3200" b="1" dirty="0"/>
              <a:t>if-else</a:t>
            </a:r>
            <a:r>
              <a:rPr lang="en-IN" sz="3200" dirty="0"/>
              <a:t> – Checks whether a file is a JPG file. </a:t>
            </a:r>
          </a:p>
          <a:p>
            <a:pPr lvl="0"/>
            <a:r>
              <a:rPr lang="en-IN" sz="3200" b="1" dirty="0"/>
              <a:t>for loop</a:t>
            </a:r>
            <a:r>
              <a:rPr lang="en-IN" sz="3200" dirty="0"/>
              <a:t> – Checks all files in the folder. </a:t>
            </a:r>
          </a:p>
          <a:p>
            <a:pPr lvl="0"/>
            <a:r>
              <a:rPr lang="en-IN" sz="3200" b="1" dirty="0"/>
              <a:t>File Handling</a:t>
            </a:r>
            <a:r>
              <a:rPr lang="en-IN" sz="3200" dirty="0"/>
              <a:t> – Manages files and folders. </a:t>
            </a:r>
          </a:p>
          <a:p>
            <a:pPr lvl="0"/>
            <a:r>
              <a:rPr lang="en-IN" sz="3200" b="1" dirty="0"/>
              <a:t>String Methods</a:t>
            </a:r>
            <a:r>
              <a:rPr lang="en-IN" sz="3200" dirty="0"/>
              <a:t> – .</a:t>
            </a:r>
            <a:r>
              <a:rPr lang="en-IN" sz="3200" dirty="0" err="1"/>
              <a:t>endswith</a:t>
            </a:r>
            <a:r>
              <a:rPr lang="en-IN" sz="3200" dirty="0"/>
              <a:t>() checks the file extension.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61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BDAC-A65D-D2EB-085E-4DB7F9E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the Program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3386F-76AE-4E20-184D-EF670BCC9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49867"/>
            <a:ext cx="11049000" cy="56726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sz="3200" dirty="0"/>
              <a:t>Set the source folder. </a:t>
            </a:r>
          </a:p>
          <a:p>
            <a:pPr lvl="0"/>
            <a:r>
              <a:rPr lang="en-IN" sz="3200" dirty="0"/>
              <a:t>Set the destination folder. </a:t>
            </a:r>
          </a:p>
          <a:p>
            <a:pPr lvl="0"/>
            <a:r>
              <a:rPr lang="en-IN" sz="3200" dirty="0"/>
              <a:t>Check whether the destination folder exists. </a:t>
            </a:r>
          </a:p>
          <a:p>
            <a:pPr lvl="0"/>
            <a:r>
              <a:rPr lang="en-IN" sz="3200" dirty="0"/>
              <a:t>If it does not exist, create it. </a:t>
            </a:r>
          </a:p>
          <a:p>
            <a:pPr lvl="0"/>
            <a:r>
              <a:rPr lang="en-IN" sz="3200" dirty="0"/>
              <a:t>Read all files from the source folder. </a:t>
            </a:r>
          </a:p>
          <a:p>
            <a:pPr lvl="0"/>
            <a:r>
              <a:rPr lang="en-IN" sz="3200" dirty="0"/>
              <a:t>Check each file for the .jpg extension. </a:t>
            </a:r>
          </a:p>
          <a:p>
            <a:pPr lvl="0"/>
            <a:r>
              <a:rPr lang="en-IN" sz="3200" dirty="0"/>
              <a:t>Move the JPG file to the destination folder. </a:t>
            </a:r>
          </a:p>
          <a:p>
            <a:pPr lvl="0"/>
            <a:r>
              <a:rPr lang="en-IN" sz="3200" dirty="0"/>
              <a:t>Display a success message. </a:t>
            </a:r>
          </a:p>
          <a:p>
            <a:pPr lvl="0"/>
            <a:r>
              <a:rPr lang="en-IN" sz="3200" dirty="0"/>
              <a:t>Continue until all files are checked.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41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1887-7C6F-EA34-5E6D-D4DB5F64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Code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BB9AB-287A-B214-9899-B3071153D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67"/>
            <a:ext cx="10515600" cy="53932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import </a:t>
            </a:r>
            <a:r>
              <a:rPr lang="en-IN" sz="1600" dirty="0" err="1"/>
              <a:t>os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import </a:t>
            </a:r>
            <a:r>
              <a:rPr lang="en-IN" sz="1600" dirty="0" err="1"/>
              <a:t>shutil</a:t>
            </a:r>
            <a:endParaRPr lang="en-IN" sz="1600" dirty="0"/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# Source folder</a:t>
            </a:r>
          </a:p>
          <a:p>
            <a:pPr marL="0" indent="0">
              <a:buNone/>
            </a:pPr>
            <a:r>
              <a:rPr lang="en-IN" sz="1600" dirty="0" err="1"/>
              <a:t>source_folder</a:t>
            </a:r>
            <a:r>
              <a:rPr lang="en-IN" sz="1600" dirty="0"/>
              <a:t> = "source"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# Destination folder</a:t>
            </a:r>
          </a:p>
          <a:p>
            <a:pPr marL="0" indent="0">
              <a:buNone/>
            </a:pPr>
            <a:r>
              <a:rPr lang="en-IN" sz="1600" dirty="0" err="1"/>
              <a:t>destination_folder</a:t>
            </a:r>
            <a:r>
              <a:rPr lang="en-IN" sz="1600" dirty="0"/>
              <a:t> = "</a:t>
            </a:r>
            <a:r>
              <a:rPr lang="en-IN" sz="1600" dirty="0" err="1"/>
              <a:t>new_folder</a:t>
            </a:r>
            <a:r>
              <a:rPr lang="en-IN" sz="1600" dirty="0"/>
              <a:t>"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# Create destination folder</a:t>
            </a:r>
          </a:p>
          <a:p>
            <a:pPr marL="0" indent="0">
              <a:buNone/>
            </a:pPr>
            <a:r>
              <a:rPr lang="en-IN" sz="1600" dirty="0"/>
              <a:t>if not </a:t>
            </a:r>
            <a:r>
              <a:rPr lang="en-IN" sz="1600" dirty="0" err="1"/>
              <a:t>os.path.exists</a:t>
            </a:r>
            <a:r>
              <a:rPr lang="en-IN" sz="1600" dirty="0"/>
              <a:t>(</a:t>
            </a:r>
            <a:r>
              <a:rPr lang="en-IN" sz="1600" dirty="0" err="1"/>
              <a:t>destination_folder</a:t>
            </a:r>
            <a:r>
              <a:rPr lang="en-IN" sz="1600" dirty="0"/>
              <a:t>):</a:t>
            </a:r>
          </a:p>
          <a:p>
            <a:pPr marL="0" indent="0">
              <a:buNone/>
            </a:pPr>
            <a:r>
              <a:rPr lang="en-IN" sz="1600" dirty="0"/>
              <a:t>    </a:t>
            </a:r>
            <a:r>
              <a:rPr lang="en-IN" sz="1600" dirty="0" err="1"/>
              <a:t>os.makedirs</a:t>
            </a:r>
            <a:r>
              <a:rPr lang="en-IN" sz="1600" dirty="0"/>
              <a:t>(</a:t>
            </a:r>
            <a:r>
              <a:rPr lang="en-IN" sz="1600" dirty="0" err="1"/>
              <a:t>destination_folder</a:t>
            </a:r>
            <a:r>
              <a:rPr lang="en-IN" sz="1600" dirty="0"/>
              <a:t>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# Check all files</a:t>
            </a:r>
          </a:p>
          <a:p>
            <a:pPr marL="0" indent="0">
              <a:buNone/>
            </a:pPr>
            <a:r>
              <a:rPr lang="en-IN" sz="1600" dirty="0"/>
              <a:t>for file in </a:t>
            </a:r>
            <a:r>
              <a:rPr lang="en-IN" sz="1600" dirty="0" err="1"/>
              <a:t>os.listdir</a:t>
            </a:r>
            <a:r>
              <a:rPr lang="en-IN" sz="1600" dirty="0"/>
              <a:t>(</a:t>
            </a:r>
            <a:r>
              <a:rPr lang="en-IN" sz="1600" dirty="0" err="1"/>
              <a:t>source_folder</a:t>
            </a:r>
            <a:r>
              <a:rPr lang="en-IN" sz="1600" dirty="0"/>
              <a:t>):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86759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AB35F-E8B4-F709-720B-86084A1B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666" y="365126"/>
            <a:ext cx="1363133" cy="61700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B2C05-9555-536D-632C-E342D7229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0"/>
            <a:ext cx="10515600" cy="6857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  # Check for JPG files</a:t>
            </a:r>
          </a:p>
          <a:p>
            <a:pPr marL="0" indent="0">
              <a:buNone/>
            </a:pPr>
            <a:r>
              <a:rPr lang="en-IN" sz="1600" dirty="0"/>
              <a:t>    if </a:t>
            </a:r>
            <a:r>
              <a:rPr lang="en-IN" sz="1600" dirty="0" err="1"/>
              <a:t>file.lower</a:t>
            </a:r>
            <a:r>
              <a:rPr lang="en-IN" sz="1600" dirty="0"/>
              <a:t>().</a:t>
            </a:r>
            <a:r>
              <a:rPr lang="en-IN" sz="1600" dirty="0" err="1"/>
              <a:t>endswith</a:t>
            </a:r>
            <a:r>
              <a:rPr lang="en-IN" sz="1600" dirty="0"/>
              <a:t>(".jpg"):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source_path</a:t>
            </a:r>
            <a:r>
              <a:rPr lang="en-IN" sz="1600" dirty="0"/>
              <a:t> = </a:t>
            </a:r>
            <a:r>
              <a:rPr lang="en-IN" sz="1600" dirty="0" err="1"/>
              <a:t>os.path.join</a:t>
            </a:r>
            <a:r>
              <a:rPr lang="en-IN" sz="1600" dirty="0"/>
              <a:t>(</a:t>
            </a:r>
          </a:p>
          <a:p>
            <a:pPr marL="0" indent="0"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source_folder</a:t>
            </a:r>
            <a:r>
              <a:rPr lang="en-IN" sz="1600" dirty="0"/>
              <a:t>, file</a:t>
            </a:r>
          </a:p>
          <a:p>
            <a:pPr marL="0" indent="0">
              <a:buNone/>
            </a:pPr>
            <a:r>
              <a:rPr lang="en-IN" sz="1600" dirty="0"/>
              <a:t>        )</a:t>
            </a:r>
          </a:p>
          <a:p>
            <a:pPr marL="0" indent="0">
              <a:buNone/>
            </a:pPr>
            <a:r>
              <a:rPr lang="en-IN" sz="1600" dirty="0"/>
              <a:t>    </a:t>
            </a:r>
            <a:r>
              <a:rPr lang="en-IN" sz="1600" dirty="0" err="1"/>
              <a:t>destination_path</a:t>
            </a:r>
            <a:r>
              <a:rPr lang="en-IN" sz="1600" dirty="0"/>
              <a:t> = </a:t>
            </a:r>
            <a:r>
              <a:rPr lang="en-IN" sz="1600" dirty="0" err="1"/>
              <a:t>os.path.join</a:t>
            </a:r>
            <a:r>
              <a:rPr lang="en-IN" sz="1600" dirty="0"/>
              <a:t>(</a:t>
            </a:r>
          </a:p>
          <a:p>
            <a:pPr marL="0" indent="0">
              <a:buNone/>
            </a:pPr>
            <a:r>
              <a:rPr lang="en-IN" sz="1600" dirty="0"/>
              <a:t>         </a:t>
            </a:r>
            <a:r>
              <a:rPr lang="en-IN" sz="1600" dirty="0" err="1"/>
              <a:t>destination_folder</a:t>
            </a:r>
            <a:r>
              <a:rPr lang="en-IN" sz="1600" dirty="0"/>
              <a:t>, file</a:t>
            </a:r>
          </a:p>
          <a:p>
            <a:pPr marL="0" indent="0">
              <a:buNone/>
            </a:pPr>
            <a:r>
              <a:rPr lang="en-IN" sz="1600" dirty="0"/>
              <a:t>        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# Move the file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shutil.move</a:t>
            </a:r>
            <a:r>
              <a:rPr lang="en-IN" sz="1600" dirty="0"/>
              <a:t>(</a:t>
            </a:r>
          </a:p>
          <a:p>
            <a:pPr marL="0" indent="0"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source_path</a:t>
            </a:r>
            <a:r>
              <a:rPr lang="en-IN" sz="1600" dirty="0"/>
              <a:t>,</a:t>
            </a:r>
          </a:p>
          <a:p>
            <a:pPr marL="0" indent="0"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destination_path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print(</a:t>
            </a:r>
          </a:p>
          <a:p>
            <a:pPr marL="0" indent="0">
              <a:buNone/>
            </a:pPr>
            <a:r>
              <a:rPr lang="en-IN" sz="1600" dirty="0"/>
              <a:t>            file,</a:t>
            </a:r>
          </a:p>
          <a:p>
            <a:pPr marL="0" indent="0">
              <a:buNone/>
            </a:pPr>
            <a:r>
              <a:rPr lang="en-IN" sz="1600" dirty="0"/>
              <a:t>            "moved successfully."</a:t>
            </a:r>
          </a:p>
          <a:p>
            <a:pPr marL="0" indent="0">
              <a:buNone/>
            </a:pPr>
            <a:r>
              <a:rPr lang="en-IN" sz="1600" dirty="0"/>
              <a:t>        )</a:t>
            </a:r>
          </a:p>
          <a:p>
            <a:pPr marL="0" indent="0">
              <a:buNone/>
            </a:pPr>
            <a:r>
              <a:rPr lang="en-IN" sz="1600" dirty="0"/>
              <a:t>Print(“All JPG files have been moved!”)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6865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4041-6153-CF58-B00B-F3303F24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65125"/>
            <a:ext cx="11023600" cy="1325563"/>
          </a:xfrm>
        </p:spPr>
        <p:txBody>
          <a:bodyPr/>
          <a:lstStyle/>
          <a:p>
            <a:r>
              <a:rPr lang="en-US" b="1" dirty="0"/>
              <a:t>Input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7BDA-75CD-2E79-8479-CB2BDC661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44600"/>
            <a:ext cx="10947400" cy="4932363"/>
          </a:xfrm>
        </p:spPr>
        <p:txBody>
          <a:bodyPr/>
          <a:lstStyle/>
          <a:p>
            <a:endParaRPr lang="en-IN" b="1" dirty="0"/>
          </a:p>
          <a:p>
            <a:pPr marL="0" indent="0">
              <a:buNone/>
            </a:pPr>
            <a:r>
              <a:rPr lang="en-IN" dirty="0"/>
              <a:t>Source folder contains:</a:t>
            </a:r>
          </a:p>
          <a:p>
            <a:pPr marL="0" indent="0">
              <a:buNone/>
            </a:pPr>
            <a:r>
              <a:rPr lang="en-IN" dirty="0"/>
              <a:t>source</a:t>
            </a:r>
          </a:p>
          <a:p>
            <a:pPr marL="0" indent="0">
              <a:buNone/>
            </a:pPr>
            <a:r>
              <a:rPr lang="en-IN" dirty="0"/>
              <a:t>│</a:t>
            </a:r>
          </a:p>
          <a:p>
            <a:pPr marL="0" indent="0">
              <a:buNone/>
            </a:pPr>
            <a:r>
              <a:rPr lang="en-IN" dirty="0"/>
              <a:t>├── photo1.jpg</a:t>
            </a:r>
          </a:p>
          <a:p>
            <a:pPr marL="0" indent="0">
              <a:buNone/>
            </a:pPr>
            <a:r>
              <a:rPr lang="en-IN" dirty="0"/>
              <a:t>├── photo2.jpg</a:t>
            </a:r>
          </a:p>
          <a:p>
            <a:pPr marL="0" indent="0">
              <a:buNone/>
            </a:pPr>
            <a:r>
              <a:rPr lang="en-IN" dirty="0"/>
              <a:t>├── photo3.jpg</a:t>
            </a:r>
          </a:p>
          <a:p>
            <a:pPr marL="0" indent="0">
              <a:buNone/>
            </a:pPr>
            <a:r>
              <a:rPr lang="en-IN" dirty="0"/>
              <a:t>└── notes.txt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278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545B-8B16-3467-258A-FD3CEE2C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5700C-2357-A42F-5B6E-D569D41FE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312333"/>
            <a:ext cx="11082867" cy="5384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2900" dirty="0"/>
              <a:t>photo1.jpg moved successfully.</a:t>
            </a:r>
          </a:p>
          <a:p>
            <a:pPr marL="0" indent="0">
              <a:buNone/>
            </a:pPr>
            <a:r>
              <a:rPr lang="en-IN" sz="2900" dirty="0"/>
              <a:t>photo2.jpg moved successfully.</a:t>
            </a:r>
          </a:p>
          <a:p>
            <a:pPr marL="0" indent="0">
              <a:buNone/>
            </a:pPr>
            <a:r>
              <a:rPr lang="en-IN" sz="2900" dirty="0"/>
              <a:t>photo3.jpg moved successfully.</a:t>
            </a:r>
          </a:p>
          <a:p>
            <a:endParaRPr lang="en-IN" sz="2900" dirty="0"/>
          </a:p>
          <a:p>
            <a:pPr marL="0" indent="0">
              <a:buNone/>
            </a:pPr>
            <a:r>
              <a:rPr lang="en-IN" sz="2900" dirty="0"/>
              <a:t>All JPG files have been moved!</a:t>
            </a:r>
          </a:p>
          <a:p>
            <a:pPr marL="0" indent="0">
              <a:buNone/>
            </a:pPr>
            <a:endParaRPr lang="en-IN" sz="2900" dirty="0"/>
          </a:p>
          <a:p>
            <a:pPr marL="0" indent="0">
              <a:buNone/>
            </a:pPr>
            <a:r>
              <a:rPr lang="en-IN" sz="2900" dirty="0"/>
              <a:t>After execution:</a:t>
            </a:r>
          </a:p>
          <a:p>
            <a:pPr marL="0" indent="0">
              <a:buNone/>
            </a:pPr>
            <a:r>
              <a:rPr lang="en-IN" sz="2900" dirty="0"/>
              <a:t>source</a:t>
            </a:r>
          </a:p>
          <a:p>
            <a:pPr marL="0" indent="0">
              <a:buNone/>
            </a:pPr>
            <a:r>
              <a:rPr lang="en-IN" sz="2900" dirty="0"/>
              <a:t>└── notes.txt</a:t>
            </a:r>
          </a:p>
          <a:p>
            <a:endParaRPr lang="en-IN" sz="2900" dirty="0"/>
          </a:p>
          <a:p>
            <a:pPr marL="0" indent="0">
              <a:buNone/>
            </a:pPr>
            <a:r>
              <a:rPr lang="en-IN" sz="2900" dirty="0" err="1"/>
              <a:t>new_folder</a:t>
            </a:r>
            <a:endParaRPr lang="en-IN" sz="2900" dirty="0"/>
          </a:p>
          <a:p>
            <a:pPr marL="0" indent="0">
              <a:buNone/>
            </a:pPr>
            <a:r>
              <a:rPr lang="en-IN" sz="2900" dirty="0"/>
              <a:t>├── photo1.jpg</a:t>
            </a:r>
          </a:p>
          <a:p>
            <a:pPr marL="0" indent="0">
              <a:buNone/>
            </a:pPr>
            <a:r>
              <a:rPr lang="en-IN" sz="2900" dirty="0"/>
              <a:t>├── photo2.jpg</a:t>
            </a:r>
          </a:p>
          <a:p>
            <a:pPr marL="0" indent="0">
              <a:buNone/>
            </a:pPr>
            <a:r>
              <a:rPr lang="en-IN" sz="2900" dirty="0"/>
              <a:t>└── photo3.jpg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260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5401-9BF9-98E0-EE0B-CCBBD6AC3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FD40-ACD3-7FE5-E2A9-D06DCCC0F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67" y="745066"/>
            <a:ext cx="11091333" cy="5935133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sz="3200" dirty="0"/>
              <a:t>The file automation task was successfully implemented using Python. </a:t>
            </a:r>
          </a:p>
          <a:p>
            <a:pPr lvl="0"/>
            <a:r>
              <a:rPr lang="en-IN" sz="3200" dirty="0"/>
              <a:t>The program automatically identifies JPG files. </a:t>
            </a:r>
          </a:p>
          <a:p>
            <a:pPr lvl="0"/>
            <a:r>
              <a:rPr lang="en-IN" sz="3200" dirty="0"/>
              <a:t>It creates a destination folder if required. </a:t>
            </a:r>
          </a:p>
          <a:p>
            <a:pPr lvl="0"/>
            <a:r>
              <a:rPr lang="en-IN" sz="3200" dirty="0"/>
              <a:t>JPG files are moved automatically to the new folder. </a:t>
            </a:r>
          </a:p>
          <a:p>
            <a:pPr lvl="0"/>
            <a:r>
              <a:rPr lang="en-IN" sz="3200" dirty="0"/>
              <a:t>The project demonstrates practical use of </a:t>
            </a:r>
            <a:r>
              <a:rPr lang="en-IN" sz="3200" b="1" dirty="0"/>
              <a:t>OS, </a:t>
            </a:r>
            <a:r>
              <a:rPr lang="en-IN" sz="3200" b="1" dirty="0" err="1"/>
              <a:t>Shutil</a:t>
            </a:r>
            <a:r>
              <a:rPr lang="en-IN" sz="3200" b="1" dirty="0"/>
              <a:t>, loops, conditions, and file handling</a:t>
            </a:r>
            <a:r>
              <a:rPr lang="en-IN" sz="3200" dirty="0"/>
              <a:t>. </a:t>
            </a:r>
          </a:p>
          <a:p>
            <a:pPr lvl="0"/>
            <a:r>
              <a:rPr lang="en-IN" sz="3200" dirty="0"/>
              <a:t>Python automation helps reduce repetitive manual tasks.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76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498</Words>
  <Application>Microsoft Office PowerPoint</Application>
  <PresentationFormat>Widescreen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TASK 3: TASK AUTOMATION WITH PYTHON </vt:lpstr>
      <vt:lpstr>Objective of the Project </vt:lpstr>
      <vt:lpstr>Python Concepts</vt:lpstr>
      <vt:lpstr>How the Program Works </vt:lpstr>
      <vt:lpstr>Python Code</vt:lpstr>
      <vt:lpstr>PowerPoint Presentation</vt:lpstr>
      <vt:lpstr>Input</vt:lpstr>
      <vt:lpstr>Output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nikitaaher85@gmail.com</dc:creator>
  <cp:lastModifiedBy>nikitaaher85@gmail.com</cp:lastModifiedBy>
  <cp:revision>2</cp:revision>
  <dcterms:created xsi:type="dcterms:W3CDTF">2026-09-06T12:36:54Z</dcterms:created>
  <dcterms:modified xsi:type="dcterms:W3CDTF">2026-09-06T14:40:17Z</dcterms:modified>
</cp:coreProperties>
</file>