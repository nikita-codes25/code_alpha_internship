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aher85@gmail.com" userId="e37cc0caf686d941" providerId="LiveId" clId="{C5767B2F-2362-4999-A786-50971AA67D83}"/>
    <pc:docChg chg="modSld sldOrd">
      <pc:chgData name="nikitaaher85@gmail.com" userId="e37cc0caf686d941" providerId="LiveId" clId="{C5767B2F-2362-4999-A786-50971AA67D83}" dt="2026-09-16T16:41:16.087" v="4" actId="14100"/>
      <pc:docMkLst>
        <pc:docMk/>
      </pc:docMkLst>
      <pc:sldChg chg="modSp mod">
        <pc:chgData name="nikitaaher85@gmail.com" userId="e37cc0caf686d941" providerId="LiveId" clId="{C5767B2F-2362-4999-A786-50971AA67D83}" dt="2026-09-16T16:41:16.087" v="4" actId="14100"/>
        <pc:sldMkLst>
          <pc:docMk/>
          <pc:sldMk cId="1535610891" sldId="256"/>
        </pc:sldMkLst>
        <pc:spChg chg="mod">
          <ac:chgData name="nikitaaher85@gmail.com" userId="e37cc0caf686d941" providerId="LiveId" clId="{C5767B2F-2362-4999-A786-50971AA67D83}" dt="2026-09-16T16:41:16.087" v="4" actId="14100"/>
          <ac:spMkLst>
            <pc:docMk/>
            <pc:sldMk cId="1535610891" sldId="256"/>
            <ac:spMk id="5" creationId="{5AACA77E-E68D-7CAE-18EB-5DCC2D820DF8}"/>
          </ac:spMkLst>
        </pc:spChg>
      </pc:sldChg>
      <pc:sldChg chg="ord">
        <pc:chgData name="nikitaaher85@gmail.com" userId="e37cc0caf686d941" providerId="LiveId" clId="{C5767B2F-2362-4999-A786-50971AA67D83}" dt="2026-09-06T15:14:43.133" v="3"/>
        <pc:sldMkLst>
          <pc:docMk/>
          <pc:sldMk cId="2125038012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EA22C-9871-44C1-B716-3B94868845C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0026B-C6CB-44C6-96AF-0B7A93D61C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702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0026B-C6CB-44C6-96AF-0B7A93D61CA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980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2494-2999-201A-7B7E-51F970C62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FBA6F-32F2-E909-D2FD-D40A9A6A6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10550-5EF2-5238-7618-CDE43C3E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816F-4335-D639-0142-A7A29702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5E9BA-6CA0-4C33-D379-ED43E737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794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C4B4-B388-EF1E-736C-551EF1B3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C9885-A583-A1C0-9E8A-877EA6223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F5563-76D2-2F82-80C5-E5D540E4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95631-16F7-EFDC-1C8B-2BCDBAD9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B8594-EAB0-0D37-9E05-F4D4E29E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471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B11E-8A46-7999-FD7B-111A0127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CFD92-143C-FB79-6549-D747FCFFD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9D2E8-8032-4F73-FF0A-25E10E7A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F483-9DEB-761D-F7F5-D64E3BD7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D8B9D-2431-706F-B814-15291BB2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96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310C-6786-4C61-800E-C980D460B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2ABED-24BD-C1B8-9CE8-010457D81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26EAF-965F-27E0-9A7E-DCB3A2D97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1184A-D216-1016-90A6-F454A09F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951B2-15CF-2470-4B55-FF999BA9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389B8-4FDE-5131-0E13-5D6C70B4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16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93E38-1459-9112-5922-DEF2E194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EA48A-50EA-0AD7-B99D-ED94E9857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D9FD5-0FBF-F2BE-853D-4FA6AD96D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43C5F-EC7E-4B1D-99E0-EAA3F78C9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2CFD9-8785-AFBC-4152-544801902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5B94D-A26C-0F92-7013-A309089C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F4C95E-775D-9518-3BEA-3AF5A4A0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E3593-C3F2-3ED1-7142-9955AE55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16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348D-E915-32EE-B5B3-211AE5BAD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3C3C4-1B82-B86A-B344-437627DF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78632A-B08E-896D-0946-ED43004A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5EE03-7D24-830B-15E3-EFDAB52A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92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4BC80-0032-CCAC-DFF2-8FDDB03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13967-D3BA-33F4-C2FE-E1949FD0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64AA8-24B0-1617-6486-22FC3668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98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F80A-114D-AE36-FE63-E5258E719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68B0-27BF-741D-8D6F-28447FE14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A3993-2E07-8655-C6BE-FA34A25CD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A9187-8699-3500-68CB-2248EC48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019AA-522B-FC21-3E7E-1BF4D090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DC222-0CC6-2474-9858-5F8C2957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511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E552-DCE1-9A3F-2217-E6C917DB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7BE688-8E34-B443-74E8-24010995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069A7-3F62-63D8-915F-F3F0FBE21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1124E-03F9-C1E1-B87B-C3C9722B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AACCB-4F69-CBC8-7E64-1519C0244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2D64E-C7CF-2735-253B-C51FCAF1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27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A01E-00FA-B4AD-9722-A53B6602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EA030-1197-78A3-F41F-43D594F4A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334B9-25FD-98CD-27EC-B4C34EA1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BA434-E8E9-3526-7D46-EE57118F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F177-D49C-AF82-F3B2-CC30DB99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8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00D26A-4049-44A6-A044-580350D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49027-3C0C-FF78-13CB-AE4AD51D9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E9B56-A510-052D-5E41-E07652FE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D25B-8FBA-0FAD-4577-B5207900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B553D-FBE7-9212-724E-8F788F99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47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1C1AE-E4AA-4575-E4E9-F6E4A937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47997-6076-DA0A-3A1F-079CD39C1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50DA1-BAD6-C4FF-F877-9B1F60282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3190F-5BF5-432E-A57D-B87DE278E42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7A597-6C20-ACD5-B466-9837C4315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6B317-BB4D-64B4-131B-D7894A891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79E2D-D094-4264-9C91-DE4A77233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5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F20DA-74F6-F631-8643-A2994A0AC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756" y="332510"/>
            <a:ext cx="10435244" cy="1438102"/>
          </a:xfrm>
        </p:spPr>
        <p:txBody>
          <a:bodyPr/>
          <a:lstStyle/>
          <a:p>
            <a:r>
              <a:rPr lang="en-IN" b="1" dirty="0"/>
              <a:t>TASK 4: BASIC CHATBOT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2E1C9-EEC9-A8FD-B3A5-B0644FE51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7622" y="2355129"/>
            <a:ext cx="9144000" cy="1655762"/>
          </a:xfrm>
        </p:spPr>
        <p:txBody>
          <a:bodyPr>
            <a:normAutofit/>
          </a:bodyPr>
          <a:lstStyle/>
          <a:p>
            <a:pPr algn="l"/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CA77E-E68D-7CAE-18EB-5DCC2D820DF8}"/>
              </a:ext>
            </a:extLst>
          </p:cNvPr>
          <p:cNvSpPr txBox="1"/>
          <p:nvPr/>
        </p:nvSpPr>
        <p:spPr>
          <a:xfrm>
            <a:off x="1562793" y="1997839"/>
            <a:ext cx="7583284" cy="2333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dirty="0" err="1"/>
              <a:t>CodeAlpha</a:t>
            </a:r>
            <a:r>
              <a:rPr lang="en-IN" sz="3600" b="1" dirty="0"/>
              <a:t> Python Programming Internship</a:t>
            </a:r>
            <a:br>
              <a:rPr lang="en-IN" sz="3600" dirty="0"/>
            </a:br>
            <a:r>
              <a:rPr lang="en-IN" sz="3600" b="1" dirty="0"/>
              <a:t>Technology:</a:t>
            </a:r>
            <a:r>
              <a:rPr lang="en-IN" sz="3600" dirty="0"/>
              <a:t> Python</a:t>
            </a:r>
            <a:br>
              <a:rPr lang="en-IN" sz="3600" dirty="0"/>
            </a:br>
            <a:r>
              <a:rPr lang="en-IN" sz="3600" b="1" dirty="0"/>
              <a:t>Project Type:</a:t>
            </a:r>
            <a:r>
              <a:rPr lang="en-IN" sz="3600" dirty="0"/>
              <a:t> Rule-Based Chatbot</a:t>
            </a:r>
          </a:p>
        </p:txBody>
      </p:sp>
    </p:spTree>
    <p:extLst>
      <p:ext uri="{BB962C8B-B14F-4D97-AF65-F5344CB8AC3E}">
        <p14:creationId xmlns:p14="http://schemas.microsoft.com/office/powerpoint/2010/main" val="153561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E41A-C9EA-1878-CD26-02BE90322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9A6E7-D7DD-FA03-5878-A656322DC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238596"/>
            <a:ext cx="10988040" cy="493836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The objective of this project is to build a simple </a:t>
            </a:r>
            <a:r>
              <a:rPr lang="en-IN" b="1" dirty="0"/>
              <a:t>rule-based chatbot using Python</a:t>
            </a:r>
            <a:r>
              <a:rPr lang="en-IN" dirty="0"/>
              <a:t>.</a:t>
            </a:r>
          </a:p>
          <a:p>
            <a:r>
              <a:rPr lang="en-IN" dirty="0"/>
              <a:t>The chatbot interacts with the user by taking their messages and providing predefined responses.</a:t>
            </a:r>
          </a:p>
          <a:p>
            <a:r>
              <a:rPr lang="en-IN" dirty="0"/>
              <a:t>It can respond to basic messages such as </a:t>
            </a:r>
            <a:r>
              <a:rPr lang="en-IN" b="1" dirty="0"/>
              <a:t>hello, how are you, and bye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865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FD34-8DB2-7174-92E7-1E390878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Python Concepts Used: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05D4A-17D0-DE0F-9ACF-40984E01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94" y="1113905"/>
            <a:ext cx="10871662" cy="434755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lvl="0"/>
            <a:r>
              <a:rPr lang="en-IN" b="1" dirty="0"/>
              <a:t>Functions</a:t>
            </a:r>
            <a:r>
              <a:rPr lang="en-IN" dirty="0"/>
              <a:t> – To organize the chatbot program. </a:t>
            </a:r>
          </a:p>
          <a:p>
            <a:pPr lvl="0"/>
            <a:r>
              <a:rPr lang="en-IN" b="1" dirty="0"/>
              <a:t>Loops</a:t>
            </a:r>
            <a:r>
              <a:rPr lang="en-IN" dirty="0"/>
              <a:t> – To continue the conversation. </a:t>
            </a:r>
          </a:p>
          <a:p>
            <a:pPr lvl="0"/>
            <a:r>
              <a:rPr lang="en-IN" b="1" dirty="0"/>
              <a:t>if-</a:t>
            </a:r>
            <a:r>
              <a:rPr lang="en-IN" b="1" dirty="0" err="1"/>
              <a:t>elif</a:t>
            </a:r>
            <a:r>
              <a:rPr lang="en-IN" b="1" dirty="0"/>
              <a:t>-else</a:t>
            </a:r>
            <a:r>
              <a:rPr lang="en-IN" dirty="0"/>
              <a:t> – To check different user inputs. </a:t>
            </a:r>
          </a:p>
          <a:p>
            <a:pPr lvl="0"/>
            <a:r>
              <a:rPr lang="en-IN" b="1" dirty="0"/>
              <a:t>Strings</a:t>
            </a:r>
            <a:r>
              <a:rPr lang="en-IN" dirty="0"/>
              <a:t> – To handle user messages. </a:t>
            </a:r>
          </a:p>
          <a:p>
            <a:pPr lvl="0"/>
            <a:r>
              <a:rPr lang="en-IN" b="1" dirty="0"/>
              <a:t>input()</a:t>
            </a:r>
            <a:r>
              <a:rPr lang="en-IN" dirty="0"/>
              <a:t> – To take input from the user. </a:t>
            </a:r>
          </a:p>
          <a:p>
            <a:pPr lvl="0"/>
            <a:r>
              <a:rPr lang="en-IN" b="1" dirty="0"/>
              <a:t>print()</a:t>
            </a:r>
            <a:r>
              <a:rPr lang="en-IN" dirty="0"/>
              <a:t> – To display chatbot responses.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104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54EE-3C0F-CBD3-7236-A3BB52CB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076" y="1"/>
            <a:ext cx="10846724" cy="1690688"/>
          </a:xfrm>
        </p:spPr>
        <p:txBody>
          <a:bodyPr/>
          <a:lstStyle/>
          <a:p>
            <a:r>
              <a:rPr lang="en-IN" b="1" dirty="0"/>
              <a:t>Algorithm: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5930D-5EE1-717B-2F0C-48946ED6E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76" y="681644"/>
            <a:ext cx="10846724" cy="59269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Start the program. </a:t>
            </a:r>
          </a:p>
          <a:p>
            <a:pPr lvl="0"/>
            <a:r>
              <a:rPr lang="en-IN" dirty="0"/>
              <a:t>Define the chatbot function. </a:t>
            </a:r>
          </a:p>
          <a:p>
            <a:pPr lvl="0"/>
            <a:r>
              <a:rPr lang="en-IN" dirty="0"/>
              <a:t>Display a welcome message. </a:t>
            </a:r>
          </a:p>
          <a:p>
            <a:pPr lvl="0"/>
            <a:r>
              <a:rPr lang="en-IN" dirty="0"/>
              <a:t>Take input from the user. </a:t>
            </a:r>
          </a:p>
          <a:p>
            <a:pPr lvl="0"/>
            <a:r>
              <a:rPr lang="en-IN" dirty="0"/>
              <a:t>Convert the input into lowercase. </a:t>
            </a:r>
          </a:p>
          <a:p>
            <a:pPr lvl="0"/>
            <a:r>
              <a:rPr lang="en-IN" dirty="0"/>
              <a:t>Compare the input with predefined messages. </a:t>
            </a:r>
          </a:p>
          <a:p>
            <a:pPr lvl="0"/>
            <a:r>
              <a:rPr lang="en-IN" dirty="0"/>
              <a:t>Display the appropriate response. </a:t>
            </a:r>
          </a:p>
          <a:p>
            <a:pPr lvl="0"/>
            <a:r>
              <a:rPr lang="en-IN" dirty="0"/>
              <a:t>Repeat the process using a loop. </a:t>
            </a:r>
          </a:p>
          <a:p>
            <a:pPr lvl="0"/>
            <a:r>
              <a:rPr lang="en-IN" dirty="0"/>
              <a:t>If the user enters </a:t>
            </a:r>
            <a:r>
              <a:rPr lang="en-IN" b="1" dirty="0"/>
              <a:t>"bye"</a:t>
            </a:r>
            <a:r>
              <a:rPr lang="en-IN" dirty="0"/>
              <a:t>, stop the chatbot. </a:t>
            </a:r>
          </a:p>
          <a:p>
            <a:pPr lvl="0"/>
            <a:r>
              <a:rPr lang="en-IN" dirty="0"/>
              <a:t>End the program.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21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A9C4-B690-5A84-814C-144C72D0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Code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C0BFD-24AC-FFEB-817B-2C26FB619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4" y="1404852"/>
            <a:ext cx="11037916" cy="54531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def chatbot():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print("===== Simple Chatbot =====")</a:t>
            </a:r>
          </a:p>
          <a:p>
            <a:pPr marL="0" indent="0">
              <a:buNone/>
            </a:pPr>
            <a:r>
              <a:rPr lang="en-IN" sz="1600" dirty="0"/>
              <a:t>    print("Type 'bye' to exit.")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while True: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user_input</a:t>
            </a:r>
            <a:r>
              <a:rPr lang="en-IN" sz="1600" dirty="0"/>
              <a:t> = input("You: ").lower()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if </a:t>
            </a:r>
            <a:r>
              <a:rPr lang="en-IN" sz="1600" dirty="0" err="1"/>
              <a:t>user_input</a:t>
            </a:r>
            <a:r>
              <a:rPr lang="en-IN" sz="1600" dirty="0"/>
              <a:t> == "hello":</a:t>
            </a:r>
          </a:p>
          <a:p>
            <a:pPr marL="0" indent="0">
              <a:buNone/>
            </a:pPr>
            <a:r>
              <a:rPr lang="en-IN" sz="1600" dirty="0"/>
              <a:t>            print("Bot: Hi!")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elif</a:t>
            </a:r>
            <a:r>
              <a:rPr lang="en-IN" sz="1600" dirty="0"/>
              <a:t> </a:t>
            </a:r>
            <a:r>
              <a:rPr lang="en-IN" sz="1600" dirty="0" err="1"/>
              <a:t>user_input</a:t>
            </a:r>
            <a:r>
              <a:rPr lang="en-IN" sz="1600" dirty="0"/>
              <a:t> == "how are you":</a:t>
            </a:r>
          </a:p>
          <a:p>
            <a:pPr marL="0" indent="0">
              <a:buNone/>
            </a:pPr>
            <a:r>
              <a:rPr lang="en-IN" sz="1600" dirty="0"/>
              <a:t>            print("Bot: I'm fine, thanks!")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2503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B4C5-0457-B0DE-EFD0-B765A26F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0378" y="365125"/>
            <a:ext cx="2093422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11607-8E79-05D7-7CC7-FD364D664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131" y="365125"/>
            <a:ext cx="11278986" cy="4351338"/>
          </a:xfrm>
        </p:spPr>
        <p:txBody>
          <a:bodyPr>
            <a:noAutofit/>
          </a:bodyPr>
          <a:lstStyle/>
          <a:p>
            <a:endParaRPr lang="en-IN" sz="1600" dirty="0"/>
          </a:p>
          <a:p>
            <a:r>
              <a:rPr lang="en-IN" sz="1600" dirty="0"/>
              <a:t>        </a:t>
            </a:r>
            <a:r>
              <a:rPr lang="en-IN" sz="2000" dirty="0" err="1"/>
              <a:t>elif</a:t>
            </a:r>
            <a:r>
              <a:rPr lang="en-IN" sz="2000" dirty="0"/>
              <a:t> </a:t>
            </a:r>
            <a:r>
              <a:rPr lang="en-IN" sz="2000" dirty="0" err="1"/>
              <a:t>user_input</a:t>
            </a:r>
            <a:r>
              <a:rPr lang="en-IN" sz="2000" dirty="0"/>
              <a:t> == "bye":</a:t>
            </a:r>
          </a:p>
          <a:p>
            <a:r>
              <a:rPr lang="en-IN" sz="2000" dirty="0"/>
              <a:t>            print("Bot: Goodbye!")</a:t>
            </a:r>
          </a:p>
          <a:p>
            <a:r>
              <a:rPr lang="en-IN" sz="2000" dirty="0"/>
              <a:t>            break</a:t>
            </a:r>
          </a:p>
          <a:p>
            <a:endParaRPr lang="en-IN" sz="2000" dirty="0"/>
          </a:p>
          <a:p>
            <a:r>
              <a:rPr lang="en-IN" sz="2000" dirty="0"/>
              <a:t>        else:</a:t>
            </a:r>
          </a:p>
          <a:p>
            <a:r>
              <a:rPr lang="en-IN" sz="2000" dirty="0"/>
              <a:t>            print("Bot: Sorry, I don't understand.")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chatbot()</a:t>
            </a:r>
          </a:p>
        </p:txBody>
      </p:sp>
    </p:spTree>
    <p:extLst>
      <p:ext uri="{BB962C8B-B14F-4D97-AF65-F5344CB8AC3E}">
        <p14:creationId xmlns:p14="http://schemas.microsoft.com/office/powerpoint/2010/main" val="665833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7ABF-BEDB-13CE-4903-7109AB00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45566"/>
          </a:xfrm>
        </p:spPr>
        <p:txBody>
          <a:bodyPr/>
          <a:lstStyle/>
          <a:p>
            <a:r>
              <a:rPr lang="en-IN" b="1" dirty="0"/>
              <a:t>Sample Input: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A14BD-E133-4108-3F09-4F05A971A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75" y="1825625"/>
            <a:ext cx="8188036" cy="4351338"/>
          </a:xfrm>
        </p:spPr>
        <p:txBody>
          <a:bodyPr/>
          <a:lstStyle/>
          <a:p>
            <a:endParaRPr lang="en-IN" dirty="0"/>
          </a:p>
          <a:p>
            <a:r>
              <a:rPr lang="en-IN" dirty="0"/>
              <a:t>You: hello</a:t>
            </a:r>
          </a:p>
          <a:p>
            <a:r>
              <a:rPr lang="en-IN" dirty="0"/>
              <a:t>You: how are you</a:t>
            </a:r>
          </a:p>
          <a:p>
            <a:r>
              <a:rPr lang="en-IN" dirty="0"/>
              <a:t>You: bye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74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4D76-CE26-3998-0F5A-EA0326B3C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45" y="365125"/>
            <a:ext cx="11062855" cy="1325563"/>
          </a:xfrm>
        </p:spPr>
        <p:txBody>
          <a:bodyPr/>
          <a:lstStyle/>
          <a:p>
            <a:r>
              <a:rPr lang="en-IN" b="1" dirty="0"/>
              <a:t>Sample Output: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4D66-1A0E-EFA6-865E-3ED45C78A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45" y="1213658"/>
            <a:ext cx="11062855" cy="54198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===== Simple Chatbot =====</a:t>
            </a:r>
          </a:p>
          <a:p>
            <a:r>
              <a:rPr lang="en-IN" dirty="0"/>
              <a:t>Type 'bye' to exit.</a:t>
            </a:r>
          </a:p>
          <a:p>
            <a:endParaRPr lang="en-IN" dirty="0"/>
          </a:p>
          <a:p>
            <a:r>
              <a:rPr lang="en-IN" dirty="0"/>
              <a:t>You: hello</a:t>
            </a:r>
          </a:p>
          <a:p>
            <a:r>
              <a:rPr lang="en-IN" dirty="0"/>
              <a:t>Bot: Hi!</a:t>
            </a:r>
          </a:p>
          <a:p>
            <a:endParaRPr lang="en-IN" dirty="0"/>
          </a:p>
          <a:p>
            <a:r>
              <a:rPr lang="en-IN" dirty="0"/>
              <a:t>You: how are you</a:t>
            </a:r>
          </a:p>
          <a:p>
            <a:r>
              <a:rPr lang="en-IN" dirty="0"/>
              <a:t>Bot: I'm fine, thanks!</a:t>
            </a:r>
          </a:p>
          <a:p>
            <a:endParaRPr lang="en-IN" dirty="0"/>
          </a:p>
          <a:p>
            <a:r>
              <a:rPr lang="en-IN" dirty="0"/>
              <a:t>You: bye</a:t>
            </a:r>
          </a:p>
          <a:p>
            <a:r>
              <a:rPr lang="en-IN" dirty="0"/>
              <a:t>Bot: Goodbye!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33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BD3D-ABA7-43F5-AF5C-07FE8288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8" y="365125"/>
            <a:ext cx="11145982" cy="1325563"/>
          </a:xfrm>
        </p:spPr>
        <p:txBody>
          <a:bodyPr/>
          <a:lstStyle/>
          <a:p>
            <a:r>
              <a:rPr lang="en-IN" b="1" dirty="0"/>
              <a:t>Conclusion: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43314-741E-1922-BA6D-BF22EE5AC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8" y="1230284"/>
            <a:ext cx="11145982" cy="494667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sz="3200" dirty="0"/>
              <a:t>The </a:t>
            </a:r>
            <a:r>
              <a:rPr lang="en-IN" sz="3200" b="1" dirty="0"/>
              <a:t>Basic Chatbot</a:t>
            </a:r>
            <a:r>
              <a:rPr lang="en-IN" sz="3200" dirty="0"/>
              <a:t> was successfully developed using Python.</a:t>
            </a:r>
          </a:p>
          <a:p>
            <a:r>
              <a:rPr lang="en-IN" sz="3200" dirty="0"/>
              <a:t>This project demonstrates the use of </a:t>
            </a:r>
            <a:r>
              <a:rPr lang="en-IN" sz="3200" b="1" dirty="0"/>
              <a:t>functions, loops, conditional statements, strings, and input/output operations</a:t>
            </a:r>
            <a:r>
              <a:rPr lang="en-IN" sz="3200" dirty="0"/>
              <a:t>.</a:t>
            </a:r>
          </a:p>
          <a:p>
            <a:r>
              <a:rPr lang="en-IN" sz="3200" dirty="0"/>
              <a:t>The chatbot can interact with users through simple predefined responses and ends the conversation when the user enters </a:t>
            </a:r>
            <a:r>
              <a:rPr lang="en-IN" sz="3200" b="1" dirty="0"/>
              <a:t>"bye"</a:t>
            </a:r>
            <a:r>
              <a:rPr lang="en-IN" sz="3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947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401</Words>
  <Application>Microsoft Office PowerPoint</Application>
  <PresentationFormat>Widescreen</PresentationFormat>
  <Paragraphs>77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TASK 4: BASIC CHATBOT</vt:lpstr>
      <vt:lpstr>Objective</vt:lpstr>
      <vt:lpstr>Python Concepts Used: </vt:lpstr>
      <vt:lpstr>Algorithm: </vt:lpstr>
      <vt:lpstr>Python Code</vt:lpstr>
      <vt:lpstr>PowerPoint Presentation</vt:lpstr>
      <vt:lpstr>Sample Input: </vt:lpstr>
      <vt:lpstr>Sample Output: </vt:lpstr>
      <vt:lpstr>Conclusion: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nikitaaher85@gmail.com</dc:creator>
  <cp:lastModifiedBy>nikitaaher85@gmail.com</cp:lastModifiedBy>
  <cp:revision>1</cp:revision>
  <dcterms:created xsi:type="dcterms:W3CDTF">2026-09-06T15:02:09Z</dcterms:created>
  <dcterms:modified xsi:type="dcterms:W3CDTF">2026-09-16T16:41:26Z</dcterms:modified>
</cp:coreProperties>
</file>