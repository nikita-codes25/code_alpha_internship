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0" autoAdjust="0"/>
    <p:restoredTop sz="94660"/>
  </p:normalViewPr>
  <p:slideViewPr>
    <p:cSldViewPr snapToGrid="0">
      <p:cViewPr varScale="1">
        <p:scale>
          <a:sx n="77" d="100"/>
          <a:sy n="77" d="100"/>
        </p:scale>
        <p:origin x="76" y="4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F98E5-6932-C891-3636-D6A3326D22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4EE4A8-4179-495C-8880-4AC54CF04B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8FF29-F694-BF7E-16DA-68DC46B65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C3A9A6-C873-6181-1C63-9DC32BBEE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F59525-B128-2311-04AF-3ECC9E1A9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869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2CB75-725D-922B-E31B-419C57DF2F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0102E4-61C9-3184-9BBC-9DFBAF1552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449C4-FD24-08C2-5E57-8B6D77100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42598-0EF4-FFA1-67F4-4CE3983EA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EB48E6-E94C-EB53-F05D-0EB0D975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5347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06E6-4306-937B-B14C-7C703501A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B9327-25CB-7CA2-013B-9CADFEA1FD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5BCD8-8E96-A9A6-F526-70DBE8599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2F584B-9B8D-E744-A9FD-F9116808B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E4971-796B-2AD5-4D7A-ECAAF2F8F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033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48A06-C19F-A00E-221C-AD6BFDE8B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B5EC4-9130-E71A-FB76-0ACAB44444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8561C3-A044-5080-C820-6B0011EB3C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5988B-DCB3-C2CF-3632-F3B9C4935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440D86-1C22-59B1-75AB-A0B7FB3FF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EFFD5A-180D-9E4A-6711-6FF3C4ADB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9847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143E1C-10AF-0333-6338-93C53AA13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7595CA-44AE-2EA0-028D-25D5F45F5F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B4A932-1A26-230B-934D-D02217EAF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D4E7F5-927F-FCDD-A147-29AA64CBB8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56926D-151E-2F18-C681-69EFF4D67F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08F265-39D2-9CE0-4197-9A8ECDFBC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18D8E-2044-C41D-147F-FD74A4105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5CACB7-86C5-B429-85D1-BA75BD3B9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4926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649B8-8E72-7C60-C176-144A03CA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348838-D04A-A662-2B0F-18E99A0FB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473274-DB8B-264F-0A76-26EF62EA6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702B13-2ECF-098C-7956-59036D678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370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C9942B-936C-FA09-2D13-4D1CD67ED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D61332-0D9A-D13C-F4E1-34A9C48D59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27A6B-1C17-ADB2-7859-506FFE2D0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16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71614-B39F-92C0-733E-294322A6F7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C1398-ABC9-FA36-985E-2A97B7318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C27366-5D92-B60E-3DE8-9C6B41D18E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BCEB-ED67-E6BB-E786-EEB97A9DD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3837E-D4B1-86D6-EAF3-17EA1D0AD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DF4F85-4715-1E5E-A059-C998E25E6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390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37BA-6A1E-DACF-FD25-BD5D78392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F00E17-8718-EF50-FA81-EE41C6FFAE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E71280-FD89-A389-A477-56D5EF45AD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D07822-BB02-CA55-2652-21640CC8F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391E5B-F459-A2D8-AC48-BCAC10214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63D9A2-6CB2-8A38-465D-666066CF7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09758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D1654-6A43-FB35-E107-C01012643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736970-4A2B-8FFB-00C5-DFD7D294D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DE01A-7927-57EF-5934-216BF8C9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C68EA-EAC3-1628-05DE-A9EE782A3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500C9-4915-5265-9B7A-461C7BBC6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3066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B32FF4-0DE0-BFD8-4F6A-BC285DCACC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7FF923-FE3A-70A0-5E92-9B201E62D8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8258D-02EE-A309-35F5-58F8820306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684EE-944A-0F13-AF6A-2087B5023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ECCFC-F33F-2E5D-22C8-28BF2B8A5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6609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5203B-A55E-85BF-EFE3-1E8CE008E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AE1FC-D3D4-4A92-1347-85D222BEED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08D51B-95CD-48DF-FB26-4FD61E204B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AE31B5-63FC-41FF-9C9C-829570A9F654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CDD630-FFC9-6A99-BF70-3DEB28DD40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3EE066-A3BE-882E-B89E-1CCEFF27A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E6064C-3973-4C93-9B74-B8BE01F501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423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35C59-8291-5827-FD61-57A50A1E88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969972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TASK 2: STOCK PORTFOLIO TRACKER</a:t>
            </a:r>
            <a:br>
              <a:rPr lang="en-IN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0F59B8-FD24-55CC-E138-2343074B3A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7294" y="2335876"/>
            <a:ext cx="9144000" cy="4114800"/>
          </a:xfrm>
        </p:spPr>
        <p:txBody>
          <a:bodyPr>
            <a:normAutofit fontScale="40000" lnSpcReduction="20000"/>
          </a:bodyPr>
          <a:lstStyle/>
          <a:p>
            <a:endParaRPr lang="en-IN" dirty="0"/>
          </a:p>
          <a:p>
            <a:pPr algn="l"/>
            <a:r>
              <a:rPr lang="en-IN" sz="8400" b="1" dirty="0" err="1"/>
              <a:t>CodeAlpha</a:t>
            </a:r>
            <a:r>
              <a:rPr lang="en-IN" sz="8400" b="1" dirty="0"/>
              <a:t> Python Programming Internship</a:t>
            </a:r>
          </a:p>
          <a:p>
            <a:pPr algn="l"/>
            <a:endParaRPr lang="en-IN" sz="8400" b="1" dirty="0"/>
          </a:p>
          <a:p>
            <a:pPr algn="l"/>
            <a:r>
              <a:rPr lang="en-IN" sz="8400" b="1" dirty="0"/>
              <a:t>Technology: Python</a:t>
            </a:r>
          </a:p>
          <a:p>
            <a:pPr algn="l"/>
            <a:endParaRPr lang="en-IN" sz="8400" b="1" dirty="0"/>
          </a:p>
          <a:p>
            <a:pPr algn="l"/>
            <a:r>
              <a:rPr lang="en-IN" sz="8400" b="1" dirty="0"/>
              <a:t>Project Type: Stock Portfolio Management</a:t>
            </a:r>
          </a:p>
          <a:p>
            <a:pPr algn="l"/>
            <a:br>
              <a:rPr lang="en-IN" sz="8400" b="1" dirty="0"/>
            </a:br>
            <a:endParaRPr lang="en-IN" sz="8400" b="1" dirty="0"/>
          </a:p>
          <a:p>
            <a:endParaRPr lang="en-IN" sz="7300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4622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04ED-CBED-EFE1-1B26-91AA66575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Objective of the Project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FE8C7-E78D-8574-185B-184B2A20BC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6291"/>
            <a:ext cx="10515600" cy="4680672"/>
          </a:xfrm>
        </p:spPr>
        <p:txBody>
          <a:bodyPr/>
          <a:lstStyle/>
          <a:p>
            <a:pPr lvl="0"/>
            <a:r>
              <a:rPr lang="en-IN" sz="3200" dirty="0"/>
              <a:t>Create a simple Stock Portfolio Tracker using Python. </a:t>
            </a:r>
          </a:p>
          <a:p>
            <a:pPr lvl="0"/>
            <a:r>
              <a:rPr lang="en-IN" sz="3200" dirty="0"/>
              <a:t>Store stock prices in a Python dictionary. </a:t>
            </a:r>
          </a:p>
          <a:p>
            <a:pPr lvl="0"/>
            <a:r>
              <a:rPr lang="en-IN" sz="3200" dirty="0"/>
              <a:t>Allow the user to enter the </a:t>
            </a:r>
            <a:r>
              <a:rPr lang="en-IN" sz="3200" b="1" dirty="0"/>
              <a:t>stock name and quantity</a:t>
            </a:r>
            <a:r>
              <a:rPr lang="en-IN" sz="3200" dirty="0"/>
              <a:t>. </a:t>
            </a:r>
          </a:p>
          <a:p>
            <a:pPr lvl="0"/>
            <a:r>
              <a:rPr lang="en-IN" sz="3200" dirty="0"/>
              <a:t>Calculate the total investment value. </a:t>
            </a:r>
          </a:p>
          <a:p>
            <a:pPr lvl="0"/>
            <a:r>
              <a:rPr lang="en-IN" sz="3200" dirty="0"/>
              <a:t>Display the total value of the portfolio. </a:t>
            </a:r>
          </a:p>
          <a:p>
            <a:pPr lvl="0"/>
            <a:r>
              <a:rPr lang="en-IN" sz="3200" dirty="0"/>
              <a:t>Optionally save the result in a text file.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32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D0029-4914-AC30-29A2-B2BD559CF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Concept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A57F-827C-4AA4-AFC2-8BC1F0B614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265" y="1113905"/>
            <a:ext cx="10788535" cy="5063058"/>
          </a:xfrm>
        </p:spPr>
        <p:txBody>
          <a:bodyPr/>
          <a:lstStyle/>
          <a:p>
            <a:endParaRPr lang="en-IN" b="1" dirty="0"/>
          </a:p>
          <a:p>
            <a:pPr lvl="0"/>
            <a:r>
              <a:rPr lang="en-IN" b="1" dirty="0"/>
              <a:t>Dictionary</a:t>
            </a:r>
            <a:r>
              <a:rPr lang="en-IN" dirty="0"/>
              <a:t> – Stores stock names and their prices. </a:t>
            </a:r>
          </a:p>
          <a:p>
            <a:pPr lvl="0"/>
            <a:r>
              <a:rPr lang="en-IN" b="1" dirty="0"/>
              <a:t>Input/Output</a:t>
            </a:r>
            <a:r>
              <a:rPr lang="en-IN" dirty="0"/>
              <a:t> – Takes stock details from the user. </a:t>
            </a:r>
          </a:p>
          <a:p>
            <a:pPr lvl="0"/>
            <a:r>
              <a:rPr lang="en-IN" b="1" dirty="0"/>
              <a:t>Arithmetic Operations</a:t>
            </a:r>
            <a:r>
              <a:rPr lang="en-IN" dirty="0"/>
              <a:t> – Calculates investment value. </a:t>
            </a:r>
          </a:p>
          <a:p>
            <a:pPr lvl="0"/>
            <a:r>
              <a:rPr lang="en-IN" b="1" dirty="0"/>
              <a:t>While Loop</a:t>
            </a:r>
            <a:r>
              <a:rPr lang="en-IN" dirty="0"/>
              <a:t> – Allows the user to enter multiple stocks. </a:t>
            </a:r>
          </a:p>
          <a:p>
            <a:pPr lvl="0"/>
            <a:r>
              <a:rPr lang="en-IN" b="1" dirty="0"/>
              <a:t>If-Else</a:t>
            </a:r>
            <a:r>
              <a:rPr lang="en-IN" dirty="0"/>
              <a:t> – Checks whether the stock is available. </a:t>
            </a:r>
          </a:p>
          <a:p>
            <a:pPr lvl="0"/>
            <a:r>
              <a:rPr lang="en-IN" b="1" dirty="0"/>
              <a:t>File Handling</a:t>
            </a:r>
            <a:r>
              <a:rPr lang="en-IN" dirty="0"/>
              <a:t> – Saves the portfolio result. </a:t>
            </a:r>
          </a:p>
          <a:p>
            <a:pPr lvl="0"/>
            <a:r>
              <a:rPr lang="en-IN" b="1" dirty="0"/>
              <a:t>Exception Handling</a:t>
            </a:r>
            <a:r>
              <a:rPr lang="en-IN" dirty="0"/>
              <a:t> – Handles invalid quantity input.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4691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0B101-CBBD-88CC-7F98-56B71DF062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the Program Works</a:t>
            </a:r>
            <a:br>
              <a:rPr lang="en-IN" b="1" dirty="0"/>
            </a:b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5A51DE6-DC58-BF03-5557-3E48320704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39585"/>
            <a:ext cx="10515600" cy="533737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Create a dictionary containing stock names and prices. </a:t>
            </a:r>
          </a:p>
          <a:p>
            <a:pPr lvl="0"/>
            <a:r>
              <a:rPr lang="en-IN" dirty="0"/>
              <a:t>Display the available stocks. </a:t>
            </a:r>
          </a:p>
          <a:p>
            <a:pPr lvl="0"/>
            <a:r>
              <a:rPr lang="en-IN" dirty="0"/>
              <a:t>Ask the user to enter a stock name. </a:t>
            </a:r>
          </a:p>
          <a:p>
            <a:pPr lvl="0"/>
            <a:r>
              <a:rPr lang="en-IN" dirty="0"/>
              <a:t>Check whether the stock is available. </a:t>
            </a:r>
          </a:p>
          <a:p>
            <a:pPr lvl="0"/>
            <a:r>
              <a:rPr lang="en-IN" dirty="0"/>
              <a:t>Ask for the quantity of the selected stock. </a:t>
            </a:r>
          </a:p>
          <a:p>
            <a:pPr lvl="0"/>
            <a:r>
              <a:rPr lang="en-IN" dirty="0"/>
              <a:t>Calculate: </a:t>
            </a:r>
          </a:p>
          <a:p>
            <a:r>
              <a:rPr lang="en-IN" b="1" dirty="0"/>
              <a:t>Investment = Stock Price × Quantity</a:t>
            </a:r>
            <a:endParaRPr lang="en-IN" dirty="0"/>
          </a:p>
          <a:p>
            <a:pPr lvl="0"/>
            <a:r>
              <a:rPr lang="en-IN" dirty="0"/>
              <a:t>Add the investment to the total portfolio value. </a:t>
            </a:r>
          </a:p>
          <a:p>
            <a:pPr lvl="0"/>
            <a:r>
              <a:rPr lang="en-IN" dirty="0"/>
              <a:t>Repeat until the user enters </a:t>
            </a:r>
            <a:r>
              <a:rPr lang="en-IN" b="1" dirty="0"/>
              <a:t>"done"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Display the total investment. </a:t>
            </a:r>
          </a:p>
          <a:p>
            <a:pPr lvl="0"/>
            <a:r>
              <a:rPr lang="en-IN" dirty="0"/>
              <a:t>Optionally save the result in a text file.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38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3292-2C4E-AB5C-81E9-851A67C5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Code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52952-713E-FC3B-2245-80E9AF399A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 err="1"/>
              <a:t>stock_prices</a:t>
            </a:r>
            <a:r>
              <a:rPr lang="en-US" sz="6400" dirty="0"/>
              <a:t> = {</a:t>
            </a:r>
          </a:p>
          <a:p>
            <a:pPr marL="0" indent="0">
              <a:buNone/>
            </a:pPr>
            <a:r>
              <a:rPr lang="en-US" sz="6400" dirty="0"/>
              <a:t>    "AAPL": 180,</a:t>
            </a:r>
          </a:p>
          <a:p>
            <a:pPr marL="0" indent="0">
              <a:buNone/>
            </a:pPr>
            <a:r>
              <a:rPr lang="en-US" sz="6400" dirty="0"/>
              <a:t>    "TSLA": 250,</a:t>
            </a:r>
          </a:p>
          <a:p>
            <a:pPr marL="0" indent="0">
              <a:buNone/>
            </a:pPr>
            <a:r>
              <a:rPr lang="en-US" sz="6400" dirty="0"/>
              <a:t>    "GOOGL": 150,</a:t>
            </a:r>
          </a:p>
          <a:p>
            <a:pPr marL="0" indent="0">
              <a:buNone/>
            </a:pPr>
            <a:r>
              <a:rPr lang="en-US" sz="6400" dirty="0"/>
              <a:t>    "AMZN": 190,</a:t>
            </a:r>
          </a:p>
          <a:p>
            <a:pPr marL="0" indent="0">
              <a:buNone/>
            </a:pPr>
            <a:r>
              <a:rPr lang="en-US" sz="6400" dirty="0"/>
              <a:t>    "MSFT": 420</a:t>
            </a:r>
          </a:p>
          <a:p>
            <a:pPr marL="0" indent="0">
              <a:buNone/>
            </a:pPr>
            <a:r>
              <a:rPr lang="en-US" sz="6400" dirty="0"/>
              <a:t>}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 err="1"/>
              <a:t>total_investment</a:t>
            </a:r>
            <a:r>
              <a:rPr lang="en-US" sz="6400" dirty="0"/>
              <a:t> = 0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print("===== Stock Portfolio Tracker =====")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print("\</a:t>
            </a:r>
            <a:r>
              <a:rPr lang="en-US" sz="6400" dirty="0" err="1"/>
              <a:t>nAvailable</a:t>
            </a:r>
            <a:r>
              <a:rPr lang="en-US" sz="6400" dirty="0"/>
              <a:t> Stocks:")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for stock, price in </a:t>
            </a:r>
            <a:r>
              <a:rPr lang="en-US" sz="6400" dirty="0" err="1"/>
              <a:t>stock_prices.items</a:t>
            </a:r>
            <a:r>
              <a:rPr lang="en-US" sz="6400" dirty="0"/>
              <a:t>():</a:t>
            </a:r>
          </a:p>
          <a:p>
            <a:pPr marL="0" indent="0">
              <a:buNone/>
            </a:pPr>
            <a:r>
              <a:rPr lang="en-US" sz="6400" dirty="0"/>
              <a:t>    print(stock, ":", price)</a:t>
            </a:r>
          </a:p>
          <a:p>
            <a:endParaRPr lang="en-US" sz="6400" dirty="0"/>
          </a:p>
          <a:p>
            <a:pPr marL="0" indent="0">
              <a:buNone/>
            </a:pPr>
            <a:endParaRPr lang="en-US" sz="6400" dirty="0"/>
          </a:p>
        </p:txBody>
      </p:sp>
    </p:spTree>
    <p:extLst>
      <p:ext uri="{BB962C8B-B14F-4D97-AF65-F5344CB8AC3E}">
        <p14:creationId xmlns:p14="http://schemas.microsoft.com/office/powerpoint/2010/main" val="2391280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44EC-E723-1047-C5A6-1FFD73A74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1606" y="365125"/>
            <a:ext cx="572193" cy="457835"/>
          </a:xfrm>
        </p:spPr>
        <p:txBody>
          <a:bodyPr>
            <a:normAutofit fontScale="90000"/>
          </a:bodyPr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B8A526-5D69-C986-E431-21FB95E7E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006" y="58189"/>
            <a:ext cx="10515600" cy="679981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US" sz="6400" dirty="0"/>
              <a:t>while True:</a:t>
            </a:r>
          </a:p>
          <a:p>
            <a:pPr marL="0" indent="0">
              <a:buNone/>
            </a:pPr>
            <a:r>
              <a:rPr lang="en-US" sz="6400" dirty="0"/>
              <a:t>    stock = input(</a:t>
            </a:r>
          </a:p>
          <a:p>
            <a:pPr marL="0" indent="0">
              <a:buNone/>
            </a:pPr>
            <a:r>
              <a:rPr lang="en-US" sz="6400" dirty="0"/>
              <a:t>        "\</a:t>
            </a:r>
            <a:r>
              <a:rPr lang="en-US" sz="6400" dirty="0" err="1"/>
              <a:t>nEnter</a:t>
            </a:r>
            <a:r>
              <a:rPr lang="en-US" sz="6400" dirty="0"/>
              <a:t> stock name (or 'done' to finish): "</a:t>
            </a:r>
          </a:p>
          <a:p>
            <a:pPr marL="0" indent="0">
              <a:buNone/>
            </a:pPr>
            <a:r>
              <a:rPr lang="en-US" sz="6400" dirty="0"/>
              <a:t>    ).upper()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if stock == "DONE":</a:t>
            </a:r>
          </a:p>
          <a:p>
            <a:pPr marL="0" indent="0">
              <a:buNone/>
            </a:pPr>
            <a:r>
              <a:rPr lang="en-US" sz="6400" dirty="0"/>
              <a:t>        break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if stock not in </a:t>
            </a:r>
            <a:r>
              <a:rPr lang="en-US" sz="6400" dirty="0" err="1"/>
              <a:t>stock_prices</a:t>
            </a:r>
            <a:r>
              <a:rPr lang="en-US" sz="6400" dirty="0"/>
              <a:t>:</a:t>
            </a:r>
          </a:p>
          <a:p>
            <a:pPr marL="0" indent="0">
              <a:buNone/>
            </a:pPr>
            <a:r>
              <a:rPr lang="en-US" sz="6400" dirty="0"/>
              <a:t>        print("Stock not available.")</a:t>
            </a:r>
          </a:p>
          <a:p>
            <a:pPr marL="0" indent="0">
              <a:buNone/>
            </a:pPr>
            <a:r>
              <a:rPr lang="en-US" sz="6400" dirty="0"/>
              <a:t>        continue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quantity = int(input("Enter quantity: "))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investment = </a:t>
            </a:r>
            <a:r>
              <a:rPr lang="en-US" sz="6400" dirty="0" err="1"/>
              <a:t>stock_prices</a:t>
            </a:r>
            <a:r>
              <a:rPr lang="en-US" sz="6400" dirty="0"/>
              <a:t>[stock] * quantity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</a:t>
            </a:r>
            <a:r>
              <a:rPr lang="en-US" sz="6400" dirty="0" err="1"/>
              <a:t>total_investment</a:t>
            </a:r>
            <a:r>
              <a:rPr lang="en-US" sz="6400" dirty="0"/>
              <a:t> += investment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print("Investment in", stock, "=", investment)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print("\</a:t>
            </a:r>
            <a:r>
              <a:rPr lang="en-US" sz="6400" dirty="0" err="1"/>
              <a:t>nTotal</a:t>
            </a:r>
            <a:r>
              <a:rPr lang="en-US" sz="6400" dirty="0"/>
              <a:t> Investment =", </a:t>
            </a:r>
            <a:r>
              <a:rPr lang="en-US" sz="6400" dirty="0" err="1"/>
              <a:t>total_investment</a:t>
            </a:r>
            <a:r>
              <a:rPr lang="en-US" sz="6400" dirty="0"/>
              <a:t>)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endParaRPr lang="en-IN" sz="6400" dirty="0"/>
          </a:p>
        </p:txBody>
      </p:sp>
    </p:spTree>
    <p:extLst>
      <p:ext uri="{BB962C8B-B14F-4D97-AF65-F5344CB8AC3E}">
        <p14:creationId xmlns:p14="http://schemas.microsoft.com/office/powerpoint/2010/main" val="2828605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5A05C-B492-C0EA-B9C9-5F3A6418A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92640" y="365125"/>
            <a:ext cx="1661160" cy="1325563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9FE282-1F37-5B77-A015-EF825C5EF6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058" y="335077"/>
            <a:ext cx="10515600" cy="6323417"/>
          </a:xfrm>
        </p:spPr>
        <p:txBody>
          <a:bodyPr>
            <a:normAutofit fontScale="32500" lnSpcReduction="20000"/>
          </a:bodyPr>
          <a:lstStyle/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save = input(</a:t>
            </a:r>
          </a:p>
          <a:p>
            <a:pPr marL="0" indent="0">
              <a:buNone/>
            </a:pPr>
            <a:r>
              <a:rPr lang="en-US" sz="6400" dirty="0"/>
              <a:t>    "Do you want to save the result? (yes/no): "</a:t>
            </a:r>
          </a:p>
          <a:p>
            <a:pPr marL="0" indent="0">
              <a:buNone/>
            </a:pPr>
            <a:r>
              <a:rPr lang="en-US" sz="6400" dirty="0"/>
              <a:t>).lower()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if save == "yes":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with open("portfolio.txt", "w") as file:</a:t>
            </a:r>
          </a:p>
          <a:p>
            <a:pPr marL="0" indent="0">
              <a:buNone/>
            </a:pPr>
            <a:r>
              <a:rPr lang="en-US" sz="6400" dirty="0"/>
              <a:t>        </a:t>
            </a:r>
            <a:r>
              <a:rPr lang="en-US" sz="6400" dirty="0" err="1"/>
              <a:t>file.write</a:t>
            </a:r>
            <a:r>
              <a:rPr lang="en-US" sz="6400" dirty="0"/>
              <a:t>(</a:t>
            </a:r>
          </a:p>
          <a:p>
            <a:pPr marL="0" indent="0">
              <a:buNone/>
            </a:pPr>
            <a:r>
              <a:rPr lang="en-US" sz="6400" dirty="0"/>
              <a:t>            "Total Investment = "</a:t>
            </a:r>
          </a:p>
          <a:p>
            <a:pPr marL="0" indent="0">
              <a:buNone/>
            </a:pPr>
            <a:r>
              <a:rPr lang="en-US" sz="6400" dirty="0"/>
              <a:t>            + str(</a:t>
            </a:r>
            <a:r>
              <a:rPr lang="en-US" sz="6400" dirty="0" err="1"/>
              <a:t>total_investment</a:t>
            </a:r>
            <a:r>
              <a:rPr lang="en-US" sz="6400" dirty="0"/>
              <a:t>)</a:t>
            </a:r>
          </a:p>
          <a:p>
            <a:pPr marL="0" indent="0">
              <a:buNone/>
            </a:pPr>
            <a:r>
              <a:rPr lang="en-US" sz="6400" dirty="0"/>
              <a:t>        )</a:t>
            </a:r>
          </a:p>
          <a:p>
            <a:pPr marL="0" indent="0">
              <a:buNone/>
            </a:pPr>
            <a:endParaRPr lang="en-US" sz="6400" dirty="0"/>
          </a:p>
          <a:p>
            <a:pPr marL="0" indent="0">
              <a:buNone/>
            </a:pPr>
            <a:r>
              <a:rPr lang="en-US" sz="6400" dirty="0"/>
              <a:t>    print("Result saved successfully.")</a:t>
            </a:r>
          </a:p>
          <a:p>
            <a:endParaRPr lang="en-US" sz="6400" dirty="0"/>
          </a:p>
          <a:p>
            <a:pPr marL="0" indent="0">
              <a:buNone/>
            </a:pPr>
            <a:r>
              <a:rPr lang="en-US" sz="6400" dirty="0"/>
              <a:t>print("Thank you!")</a:t>
            </a:r>
            <a:endParaRPr lang="en-IN" sz="6400" dirty="0"/>
          </a:p>
        </p:txBody>
      </p:sp>
    </p:spTree>
    <p:extLst>
      <p:ext uri="{BB962C8B-B14F-4D97-AF65-F5344CB8AC3E}">
        <p14:creationId xmlns:p14="http://schemas.microsoft.com/office/powerpoint/2010/main" val="3177006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D4B3-A5E0-5353-C54C-CBB03D2FD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Output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1D645-8839-F36C-FF4E-A7696A889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92431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r>
              <a:rPr lang="en-IN" dirty="0"/>
              <a:t>Enter stock name: AAPL</a:t>
            </a:r>
          </a:p>
          <a:p>
            <a:pPr marL="0" indent="0">
              <a:buNone/>
            </a:pPr>
            <a:r>
              <a:rPr lang="en-IN" dirty="0"/>
              <a:t>Enter quantity: 5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Enter stock name: TSLA</a:t>
            </a:r>
          </a:p>
          <a:p>
            <a:pPr marL="0" indent="0">
              <a:buNone/>
            </a:pPr>
            <a:r>
              <a:rPr lang="en-IN" dirty="0"/>
              <a:t>Enter quantity: 2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Enter stock name: done</a:t>
            </a:r>
          </a:p>
          <a:p>
            <a:pPr marL="0" indent="0">
              <a:buNone/>
            </a:pPr>
            <a:r>
              <a:rPr lang="en-IN" dirty="0"/>
              <a:t>Do you want to save the result?</a:t>
            </a:r>
          </a:p>
          <a:p>
            <a:pPr marL="0" indent="0">
              <a:buNone/>
            </a:pPr>
            <a:r>
              <a:rPr lang="en-IN" dirty="0"/>
              <a:t>Yes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077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D8E2DA-3CC3-59A4-0BFD-720F69E5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Sample Output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79A3F-6023-FD68-F085-696591047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0204" y="1255222"/>
            <a:ext cx="10763596" cy="5428211"/>
          </a:xfrm>
        </p:spPr>
        <p:txBody>
          <a:bodyPr>
            <a:normAutofit fontScale="40000" lnSpcReduction="20000"/>
          </a:bodyPr>
          <a:lstStyle/>
          <a:p>
            <a:endParaRPr lang="en-IN" b="1" dirty="0"/>
          </a:p>
          <a:p>
            <a:pPr marL="0" indent="0">
              <a:buNone/>
            </a:pPr>
            <a:r>
              <a:rPr lang="en-IN" sz="4000" dirty="0"/>
              <a:t>===== Stock Portfolio Tracker =====</a:t>
            </a:r>
          </a:p>
          <a:p>
            <a:endParaRPr lang="en-IN" sz="4000" dirty="0"/>
          </a:p>
          <a:p>
            <a:pPr marL="0" indent="0">
              <a:buNone/>
            </a:pPr>
            <a:r>
              <a:rPr lang="en-IN" sz="4000" dirty="0"/>
              <a:t>Available Stocks:</a:t>
            </a:r>
          </a:p>
          <a:p>
            <a:pPr marL="0" indent="0">
              <a:buNone/>
            </a:pPr>
            <a:r>
              <a:rPr lang="en-IN" sz="4000" dirty="0"/>
              <a:t>AAPL : 180</a:t>
            </a:r>
          </a:p>
          <a:p>
            <a:pPr marL="0" indent="0">
              <a:buNone/>
            </a:pPr>
            <a:r>
              <a:rPr lang="en-IN" sz="4000" dirty="0"/>
              <a:t>TSLA : 250</a:t>
            </a:r>
          </a:p>
          <a:p>
            <a:pPr marL="0" indent="0">
              <a:buNone/>
            </a:pPr>
            <a:r>
              <a:rPr lang="en-IN" sz="4000" dirty="0"/>
              <a:t>GOOGL : 150</a:t>
            </a:r>
          </a:p>
          <a:p>
            <a:pPr marL="0" indent="0">
              <a:buNone/>
            </a:pPr>
            <a:r>
              <a:rPr lang="en-IN" sz="4000" dirty="0"/>
              <a:t>AMZN : 190</a:t>
            </a:r>
          </a:p>
          <a:p>
            <a:pPr marL="0" indent="0">
              <a:buNone/>
            </a:pPr>
            <a:r>
              <a:rPr lang="en-IN" sz="4000" dirty="0"/>
              <a:t>MSFT : 420</a:t>
            </a:r>
          </a:p>
          <a:p>
            <a:endParaRPr lang="en-IN" sz="4000" dirty="0"/>
          </a:p>
          <a:p>
            <a:pPr marL="0" indent="0">
              <a:buNone/>
            </a:pPr>
            <a:r>
              <a:rPr lang="en-IN" sz="4000" dirty="0"/>
              <a:t>Investment in AAPL = 900</a:t>
            </a:r>
          </a:p>
          <a:p>
            <a:pPr marL="0" indent="0">
              <a:buNone/>
            </a:pPr>
            <a:r>
              <a:rPr lang="en-IN" sz="4000" dirty="0"/>
              <a:t>Investment in TSLA = 500</a:t>
            </a:r>
          </a:p>
          <a:p>
            <a:endParaRPr lang="en-IN" sz="4000" dirty="0"/>
          </a:p>
          <a:p>
            <a:pPr marL="0" indent="0">
              <a:buNone/>
            </a:pPr>
            <a:r>
              <a:rPr lang="en-IN" sz="4000" dirty="0"/>
              <a:t>Total Investment = 1400</a:t>
            </a:r>
          </a:p>
          <a:p>
            <a:endParaRPr lang="en-IN" sz="4000" dirty="0"/>
          </a:p>
          <a:p>
            <a:pPr marL="0" indent="0">
              <a:buNone/>
            </a:pPr>
            <a:r>
              <a:rPr lang="en-IN" sz="4000" dirty="0"/>
              <a:t>Result saved successfully.</a:t>
            </a:r>
          </a:p>
          <a:p>
            <a:pPr marL="0" indent="0">
              <a:buNone/>
            </a:pPr>
            <a:r>
              <a:rPr lang="en-IN" sz="4000" dirty="0"/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68431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4AA9F0-C09E-D603-DFD3-E2AAC892E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A1E18F-2FC0-EC59-0E47-793CF1BD91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262" y="1438102"/>
            <a:ext cx="10921538" cy="4987635"/>
          </a:xfrm>
        </p:spPr>
        <p:txBody>
          <a:bodyPr/>
          <a:lstStyle/>
          <a:p>
            <a:pPr marL="0" indent="0">
              <a:buNone/>
            </a:pPr>
            <a:endParaRPr lang="en-IN" b="1" dirty="0"/>
          </a:p>
          <a:p>
            <a:pPr lvl="0"/>
            <a:r>
              <a:rPr lang="en-IN" dirty="0"/>
              <a:t>The Stock Portfolio Tracker was successfully developed using Python. </a:t>
            </a:r>
          </a:p>
          <a:p>
            <a:pPr lvl="0"/>
            <a:r>
              <a:rPr lang="en-IN" dirty="0"/>
              <a:t>It stores stock prices using a </a:t>
            </a:r>
            <a:r>
              <a:rPr lang="en-IN" b="1" dirty="0"/>
              <a:t>dictionary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It calculates investment based on stock price and quantity. </a:t>
            </a:r>
          </a:p>
          <a:p>
            <a:pPr lvl="0"/>
            <a:r>
              <a:rPr lang="en-IN" dirty="0"/>
              <a:t>The program can handle multiple stocks. </a:t>
            </a:r>
          </a:p>
          <a:p>
            <a:pPr lvl="0"/>
            <a:r>
              <a:rPr lang="en-IN" dirty="0"/>
              <a:t>The result can optionally be saved using </a:t>
            </a:r>
            <a:r>
              <a:rPr lang="en-IN" b="1" dirty="0"/>
              <a:t>file handling</a:t>
            </a:r>
            <a:r>
              <a:rPr lang="en-IN" dirty="0"/>
              <a:t>. </a:t>
            </a:r>
          </a:p>
          <a:p>
            <a:pPr lvl="0"/>
            <a:r>
              <a:rPr lang="en-IN" dirty="0"/>
              <a:t>This project demonstrates practical use of </a:t>
            </a:r>
            <a:r>
              <a:rPr lang="en-IN" b="1" dirty="0"/>
              <a:t>Python basics, loops, conditions, dictionaries, and file handling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2270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618</Words>
  <Application>Microsoft Office PowerPoint</Application>
  <PresentationFormat>Widescreen</PresentationFormat>
  <Paragraphs>128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TASK 2: STOCK PORTFOLIO TRACKER </vt:lpstr>
      <vt:lpstr>Objective of the Project </vt:lpstr>
      <vt:lpstr>Python Concept</vt:lpstr>
      <vt:lpstr>How the Program Works </vt:lpstr>
      <vt:lpstr>Python Code</vt:lpstr>
      <vt:lpstr>PowerPoint Presentation</vt:lpstr>
      <vt:lpstr>PowerPoint Presentation</vt:lpstr>
      <vt:lpstr>Sample Output</vt:lpstr>
      <vt:lpstr>Sample Output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nikitaaher85@gmail.com</dc:creator>
  <cp:lastModifiedBy>nikitaaher85@gmail.com</cp:lastModifiedBy>
  <cp:revision>1</cp:revision>
  <dcterms:created xsi:type="dcterms:W3CDTF">2026-09-06T11:48:13Z</dcterms:created>
  <dcterms:modified xsi:type="dcterms:W3CDTF">2026-09-06T11:49:30Z</dcterms:modified>
</cp:coreProperties>
</file>